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6" r:id="rId2"/>
    <p:sldId id="262" r:id="rId3"/>
    <p:sldId id="263" r:id="rId4"/>
    <p:sldId id="264" r:id="rId5"/>
    <p:sldId id="265" r:id="rId6"/>
    <p:sldId id="266" r:id="rId7"/>
    <p:sldId id="267" r:id="rId8"/>
    <p:sldId id="268" r:id="rId9"/>
    <p:sldId id="269"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6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1" d="100"/>
          <a:sy n="101" d="100"/>
        </p:scale>
        <p:origin x="90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830C68-072B-4110-AA3F-BEEBF6D4722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1ED1C934-0967-44FE-A727-FFCEA576FE30}">
      <dgm:prSet/>
      <dgm:spPr/>
      <dgm:t>
        <a:bodyPr/>
        <a:lstStyle/>
        <a:p>
          <a:r>
            <a:rPr lang="en-MY"/>
            <a:t>Intelligent Agents</a:t>
          </a:r>
        </a:p>
      </dgm:t>
    </dgm:pt>
    <dgm:pt modelId="{36F8B298-4C2C-479A-A10B-44051AEBD30D}" type="parTrans" cxnId="{2E25511D-F03C-4069-B886-7A188D368E33}">
      <dgm:prSet/>
      <dgm:spPr/>
      <dgm:t>
        <a:bodyPr/>
        <a:lstStyle/>
        <a:p>
          <a:endParaRPr lang="en-MY"/>
        </a:p>
      </dgm:t>
    </dgm:pt>
    <dgm:pt modelId="{542F92F3-F789-416C-9ED4-F422B65099E0}" type="sibTrans" cxnId="{2E25511D-F03C-4069-B886-7A188D368E33}">
      <dgm:prSet/>
      <dgm:spPr/>
      <dgm:t>
        <a:bodyPr/>
        <a:lstStyle/>
        <a:p>
          <a:endParaRPr lang="en-MY"/>
        </a:p>
      </dgm:t>
    </dgm:pt>
    <dgm:pt modelId="{492593B0-A1FF-43A1-9FAD-79C7D94263F3}" type="pres">
      <dgm:prSet presAssocID="{21830C68-072B-4110-AA3F-BEEBF6D4722D}" presName="linear" presStyleCnt="0">
        <dgm:presLayoutVars>
          <dgm:animLvl val="lvl"/>
          <dgm:resizeHandles val="exact"/>
        </dgm:presLayoutVars>
      </dgm:prSet>
      <dgm:spPr/>
    </dgm:pt>
    <dgm:pt modelId="{2A142ADB-A906-460A-AABA-C9B79FE2B6E3}" type="pres">
      <dgm:prSet presAssocID="{1ED1C934-0967-44FE-A727-FFCEA576FE30}" presName="parentText" presStyleLbl="node1" presStyleIdx="0" presStyleCnt="1">
        <dgm:presLayoutVars>
          <dgm:chMax val="0"/>
          <dgm:bulletEnabled val="1"/>
        </dgm:presLayoutVars>
      </dgm:prSet>
      <dgm:spPr/>
    </dgm:pt>
  </dgm:ptLst>
  <dgm:cxnLst>
    <dgm:cxn modelId="{2E25511D-F03C-4069-B886-7A188D368E33}" srcId="{21830C68-072B-4110-AA3F-BEEBF6D4722D}" destId="{1ED1C934-0967-44FE-A727-FFCEA576FE30}" srcOrd="0" destOrd="0" parTransId="{36F8B298-4C2C-479A-A10B-44051AEBD30D}" sibTransId="{542F92F3-F789-416C-9ED4-F422B65099E0}"/>
    <dgm:cxn modelId="{F40D498F-A75F-43DB-AA7B-31A562E4BD59}" type="presOf" srcId="{21830C68-072B-4110-AA3F-BEEBF6D4722D}" destId="{492593B0-A1FF-43A1-9FAD-79C7D94263F3}" srcOrd="0" destOrd="0" presId="urn:microsoft.com/office/officeart/2005/8/layout/vList2"/>
    <dgm:cxn modelId="{C1A009F6-AC37-4CC8-8CDB-B12DBF63E2A5}" type="presOf" srcId="{1ED1C934-0967-44FE-A727-FFCEA576FE30}" destId="{2A142ADB-A906-460A-AABA-C9B79FE2B6E3}" srcOrd="0" destOrd="0" presId="urn:microsoft.com/office/officeart/2005/8/layout/vList2"/>
    <dgm:cxn modelId="{A29AFFA5-149A-48C0-9939-B8B4E93A5DDC}" type="presParOf" srcId="{492593B0-A1FF-43A1-9FAD-79C7D94263F3}" destId="{2A142ADB-A906-460A-AABA-C9B79FE2B6E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52DC5C-7362-4DB3-A1F9-96AC5B0497B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323802C1-D836-4E87-9568-B6DBD5AB9F14}">
      <dgm:prSet/>
      <dgm:spPr/>
      <dgm:t>
        <a:bodyPr/>
        <a:lstStyle/>
        <a:p>
          <a:r>
            <a:rPr lang="en-MY"/>
            <a:t>Agents and environments</a:t>
          </a:r>
        </a:p>
      </dgm:t>
    </dgm:pt>
    <dgm:pt modelId="{5C952C80-7327-4B7F-B310-AA18F2EBB055}" type="parTrans" cxnId="{52B6DB2F-8748-43E9-ACFC-5ED9AA970E34}">
      <dgm:prSet/>
      <dgm:spPr/>
      <dgm:t>
        <a:bodyPr/>
        <a:lstStyle/>
        <a:p>
          <a:endParaRPr lang="en-MY"/>
        </a:p>
      </dgm:t>
    </dgm:pt>
    <dgm:pt modelId="{7771E047-FC6B-42C9-A2DE-180C32C763F6}" type="sibTrans" cxnId="{52B6DB2F-8748-43E9-ACFC-5ED9AA970E34}">
      <dgm:prSet/>
      <dgm:spPr/>
      <dgm:t>
        <a:bodyPr/>
        <a:lstStyle/>
        <a:p>
          <a:endParaRPr lang="en-MY"/>
        </a:p>
      </dgm:t>
    </dgm:pt>
    <dgm:pt modelId="{1C7EBF9A-2E8D-4766-8D12-16E28BE9082E}">
      <dgm:prSet/>
      <dgm:spPr/>
      <dgm:t>
        <a:bodyPr/>
        <a:lstStyle/>
        <a:p>
          <a:r>
            <a:rPr lang="en-MY"/>
            <a:t>Rationality</a:t>
          </a:r>
        </a:p>
      </dgm:t>
    </dgm:pt>
    <dgm:pt modelId="{6A525C10-9AAB-4458-B655-6A7620FB1DE1}" type="parTrans" cxnId="{AB2B73A5-2174-4E80-97D5-656AC57F6584}">
      <dgm:prSet/>
      <dgm:spPr/>
      <dgm:t>
        <a:bodyPr/>
        <a:lstStyle/>
        <a:p>
          <a:endParaRPr lang="en-MY"/>
        </a:p>
      </dgm:t>
    </dgm:pt>
    <dgm:pt modelId="{856D502A-8217-4C41-853B-9AFD4CA6DF5B}" type="sibTrans" cxnId="{AB2B73A5-2174-4E80-97D5-656AC57F6584}">
      <dgm:prSet/>
      <dgm:spPr/>
      <dgm:t>
        <a:bodyPr/>
        <a:lstStyle/>
        <a:p>
          <a:endParaRPr lang="en-MY"/>
        </a:p>
      </dgm:t>
    </dgm:pt>
    <dgm:pt modelId="{9477BB5E-7DCA-4119-93A5-D6947E3195D9}">
      <dgm:prSet/>
      <dgm:spPr/>
      <dgm:t>
        <a:bodyPr/>
        <a:lstStyle/>
        <a:p>
          <a:r>
            <a:rPr lang="en-MY"/>
            <a:t>PEAS (Performance measure, Environment, Actuators, Sensors)</a:t>
          </a:r>
        </a:p>
      </dgm:t>
    </dgm:pt>
    <dgm:pt modelId="{19ABF4AE-3B5C-4F5A-8DDC-A92F4D859990}" type="parTrans" cxnId="{3301E019-DB55-4714-9A31-CE29191BE822}">
      <dgm:prSet/>
      <dgm:spPr/>
      <dgm:t>
        <a:bodyPr/>
        <a:lstStyle/>
        <a:p>
          <a:endParaRPr lang="en-MY"/>
        </a:p>
      </dgm:t>
    </dgm:pt>
    <dgm:pt modelId="{9AAFE2D4-07F5-4DFF-8E8B-A7D075F88BDD}" type="sibTrans" cxnId="{3301E019-DB55-4714-9A31-CE29191BE822}">
      <dgm:prSet/>
      <dgm:spPr/>
      <dgm:t>
        <a:bodyPr/>
        <a:lstStyle/>
        <a:p>
          <a:endParaRPr lang="en-MY"/>
        </a:p>
      </dgm:t>
    </dgm:pt>
    <dgm:pt modelId="{2D2F45B1-3013-49D8-AD95-5496DAD3C92D}">
      <dgm:prSet/>
      <dgm:spPr/>
      <dgm:t>
        <a:bodyPr/>
        <a:lstStyle/>
        <a:p>
          <a:r>
            <a:rPr lang="en-MY"/>
            <a:t>Environment types</a:t>
          </a:r>
        </a:p>
      </dgm:t>
    </dgm:pt>
    <dgm:pt modelId="{8E28B346-CB64-4302-A183-29CB5F2C5CC0}" type="parTrans" cxnId="{BDCA04F4-B723-45C4-AAB9-B3E63A108FFF}">
      <dgm:prSet/>
      <dgm:spPr/>
      <dgm:t>
        <a:bodyPr/>
        <a:lstStyle/>
        <a:p>
          <a:endParaRPr lang="en-MY"/>
        </a:p>
      </dgm:t>
    </dgm:pt>
    <dgm:pt modelId="{DB0F499A-1E56-4688-B40F-5981F26BBB20}" type="sibTrans" cxnId="{BDCA04F4-B723-45C4-AAB9-B3E63A108FFF}">
      <dgm:prSet/>
      <dgm:spPr/>
      <dgm:t>
        <a:bodyPr/>
        <a:lstStyle/>
        <a:p>
          <a:endParaRPr lang="en-MY"/>
        </a:p>
      </dgm:t>
    </dgm:pt>
    <dgm:pt modelId="{2443F4FC-B9D0-444A-8762-6B82E69D544C}">
      <dgm:prSet/>
      <dgm:spPr/>
      <dgm:t>
        <a:bodyPr/>
        <a:lstStyle/>
        <a:p>
          <a:r>
            <a:rPr lang="en-MY"/>
            <a:t>Agent types</a:t>
          </a:r>
        </a:p>
      </dgm:t>
    </dgm:pt>
    <dgm:pt modelId="{D7C9A2EF-6268-46CF-A0EA-78431B7C5D06}" type="parTrans" cxnId="{4A0E5E9B-EF99-4DD4-82C4-2807F584C636}">
      <dgm:prSet/>
      <dgm:spPr/>
      <dgm:t>
        <a:bodyPr/>
        <a:lstStyle/>
        <a:p>
          <a:endParaRPr lang="en-MY"/>
        </a:p>
      </dgm:t>
    </dgm:pt>
    <dgm:pt modelId="{599785E6-700D-4898-8FC5-E58567D41231}" type="sibTrans" cxnId="{4A0E5E9B-EF99-4DD4-82C4-2807F584C636}">
      <dgm:prSet/>
      <dgm:spPr/>
      <dgm:t>
        <a:bodyPr/>
        <a:lstStyle/>
        <a:p>
          <a:endParaRPr lang="en-MY"/>
        </a:p>
      </dgm:t>
    </dgm:pt>
    <dgm:pt modelId="{C2A0CE6B-16F9-483F-A18D-57E345FF4912}" type="pres">
      <dgm:prSet presAssocID="{1952DC5C-7362-4DB3-A1F9-96AC5B0497B4}" presName="linear" presStyleCnt="0">
        <dgm:presLayoutVars>
          <dgm:animLvl val="lvl"/>
          <dgm:resizeHandles val="exact"/>
        </dgm:presLayoutVars>
      </dgm:prSet>
      <dgm:spPr/>
    </dgm:pt>
    <dgm:pt modelId="{34E7EBA5-143E-4D1F-B571-A61E35392B0F}" type="pres">
      <dgm:prSet presAssocID="{323802C1-D836-4E87-9568-B6DBD5AB9F14}" presName="parentText" presStyleLbl="node1" presStyleIdx="0" presStyleCnt="5">
        <dgm:presLayoutVars>
          <dgm:chMax val="0"/>
          <dgm:bulletEnabled val="1"/>
        </dgm:presLayoutVars>
      </dgm:prSet>
      <dgm:spPr/>
    </dgm:pt>
    <dgm:pt modelId="{136367E0-77E7-4276-A5C5-B27D9D5B518D}" type="pres">
      <dgm:prSet presAssocID="{7771E047-FC6B-42C9-A2DE-180C32C763F6}" presName="spacer" presStyleCnt="0"/>
      <dgm:spPr/>
    </dgm:pt>
    <dgm:pt modelId="{9D9B1F21-F857-436C-BDF6-11A1FACBC670}" type="pres">
      <dgm:prSet presAssocID="{1C7EBF9A-2E8D-4766-8D12-16E28BE9082E}" presName="parentText" presStyleLbl="node1" presStyleIdx="1" presStyleCnt="5">
        <dgm:presLayoutVars>
          <dgm:chMax val="0"/>
          <dgm:bulletEnabled val="1"/>
        </dgm:presLayoutVars>
      </dgm:prSet>
      <dgm:spPr/>
    </dgm:pt>
    <dgm:pt modelId="{99EB148E-9319-4E36-808D-815CA199C992}" type="pres">
      <dgm:prSet presAssocID="{856D502A-8217-4C41-853B-9AFD4CA6DF5B}" presName="spacer" presStyleCnt="0"/>
      <dgm:spPr/>
    </dgm:pt>
    <dgm:pt modelId="{6066EBDE-5AE4-4470-A135-7D0A15BFE485}" type="pres">
      <dgm:prSet presAssocID="{9477BB5E-7DCA-4119-93A5-D6947E3195D9}" presName="parentText" presStyleLbl="node1" presStyleIdx="2" presStyleCnt="5">
        <dgm:presLayoutVars>
          <dgm:chMax val="0"/>
          <dgm:bulletEnabled val="1"/>
        </dgm:presLayoutVars>
      </dgm:prSet>
      <dgm:spPr/>
    </dgm:pt>
    <dgm:pt modelId="{B032DA54-6A3A-449E-A239-8A47D3823BEE}" type="pres">
      <dgm:prSet presAssocID="{9AAFE2D4-07F5-4DFF-8E8B-A7D075F88BDD}" presName="spacer" presStyleCnt="0"/>
      <dgm:spPr/>
    </dgm:pt>
    <dgm:pt modelId="{A11C88ED-166E-4A60-87E5-1BFE7410F72C}" type="pres">
      <dgm:prSet presAssocID="{2D2F45B1-3013-49D8-AD95-5496DAD3C92D}" presName="parentText" presStyleLbl="node1" presStyleIdx="3" presStyleCnt="5">
        <dgm:presLayoutVars>
          <dgm:chMax val="0"/>
          <dgm:bulletEnabled val="1"/>
        </dgm:presLayoutVars>
      </dgm:prSet>
      <dgm:spPr/>
    </dgm:pt>
    <dgm:pt modelId="{12463674-6417-4183-BE01-8AFBAE76F9BB}" type="pres">
      <dgm:prSet presAssocID="{DB0F499A-1E56-4688-B40F-5981F26BBB20}" presName="spacer" presStyleCnt="0"/>
      <dgm:spPr/>
    </dgm:pt>
    <dgm:pt modelId="{B274DAE4-EA22-4F21-898B-9659DFE22B4B}" type="pres">
      <dgm:prSet presAssocID="{2443F4FC-B9D0-444A-8762-6B82E69D544C}" presName="parentText" presStyleLbl="node1" presStyleIdx="4" presStyleCnt="5">
        <dgm:presLayoutVars>
          <dgm:chMax val="0"/>
          <dgm:bulletEnabled val="1"/>
        </dgm:presLayoutVars>
      </dgm:prSet>
      <dgm:spPr/>
    </dgm:pt>
  </dgm:ptLst>
  <dgm:cxnLst>
    <dgm:cxn modelId="{7C72C211-B295-4155-9544-A59186DD2DB4}" type="presOf" srcId="{1952DC5C-7362-4DB3-A1F9-96AC5B0497B4}" destId="{C2A0CE6B-16F9-483F-A18D-57E345FF4912}" srcOrd="0" destOrd="0" presId="urn:microsoft.com/office/officeart/2005/8/layout/vList2"/>
    <dgm:cxn modelId="{3301E019-DB55-4714-9A31-CE29191BE822}" srcId="{1952DC5C-7362-4DB3-A1F9-96AC5B0497B4}" destId="{9477BB5E-7DCA-4119-93A5-D6947E3195D9}" srcOrd="2" destOrd="0" parTransId="{19ABF4AE-3B5C-4F5A-8DDC-A92F4D859990}" sibTransId="{9AAFE2D4-07F5-4DFF-8E8B-A7D075F88BDD}"/>
    <dgm:cxn modelId="{D1759D21-F46C-451A-AD64-2F5725E4BD62}" type="presOf" srcId="{323802C1-D836-4E87-9568-B6DBD5AB9F14}" destId="{34E7EBA5-143E-4D1F-B571-A61E35392B0F}" srcOrd="0" destOrd="0" presId="urn:microsoft.com/office/officeart/2005/8/layout/vList2"/>
    <dgm:cxn modelId="{52B6DB2F-8748-43E9-ACFC-5ED9AA970E34}" srcId="{1952DC5C-7362-4DB3-A1F9-96AC5B0497B4}" destId="{323802C1-D836-4E87-9568-B6DBD5AB9F14}" srcOrd="0" destOrd="0" parTransId="{5C952C80-7327-4B7F-B310-AA18F2EBB055}" sibTransId="{7771E047-FC6B-42C9-A2DE-180C32C763F6}"/>
    <dgm:cxn modelId="{B91F7D3A-EED0-4A91-BEC8-AD1D7F292C05}" type="presOf" srcId="{2443F4FC-B9D0-444A-8762-6B82E69D544C}" destId="{B274DAE4-EA22-4F21-898B-9659DFE22B4B}" srcOrd="0" destOrd="0" presId="urn:microsoft.com/office/officeart/2005/8/layout/vList2"/>
    <dgm:cxn modelId="{EFE2736A-6A93-43C2-9045-888980FA50E3}" type="presOf" srcId="{9477BB5E-7DCA-4119-93A5-D6947E3195D9}" destId="{6066EBDE-5AE4-4470-A135-7D0A15BFE485}" srcOrd="0" destOrd="0" presId="urn:microsoft.com/office/officeart/2005/8/layout/vList2"/>
    <dgm:cxn modelId="{605A238A-6E2C-437B-8605-95228096B5D5}" type="presOf" srcId="{2D2F45B1-3013-49D8-AD95-5496DAD3C92D}" destId="{A11C88ED-166E-4A60-87E5-1BFE7410F72C}" srcOrd="0" destOrd="0" presId="urn:microsoft.com/office/officeart/2005/8/layout/vList2"/>
    <dgm:cxn modelId="{4A0E5E9B-EF99-4DD4-82C4-2807F584C636}" srcId="{1952DC5C-7362-4DB3-A1F9-96AC5B0497B4}" destId="{2443F4FC-B9D0-444A-8762-6B82E69D544C}" srcOrd="4" destOrd="0" parTransId="{D7C9A2EF-6268-46CF-A0EA-78431B7C5D06}" sibTransId="{599785E6-700D-4898-8FC5-E58567D41231}"/>
    <dgm:cxn modelId="{AB2B73A5-2174-4E80-97D5-656AC57F6584}" srcId="{1952DC5C-7362-4DB3-A1F9-96AC5B0497B4}" destId="{1C7EBF9A-2E8D-4766-8D12-16E28BE9082E}" srcOrd="1" destOrd="0" parTransId="{6A525C10-9AAB-4458-B655-6A7620FB1DE1}" sibTransId="{856D502A-8217-4C41-853B-9AFD4CA6DF5B}"/>
    <dgm:cxn modelId="{B5726AC6-7C9A-49B4-8901-826EA142FC78}" type="presOf" srcId="{1C7EBF9A-2E8D-4766-8D12-16E28BE9082E}" destId="{9D9B1F21-F857-436C-BDF6-11A1FACBC670}" srcOrd="0" destOrd="0" presId="urn:microsoft.com/office/officeart/2005/8/layout/vList2"/>
    <dgm:cxn modelId="{BDCA04F4-B723-45C4-AAB9-B3E63A108FFF}" srcId="{1952DC5C-7362-4DB3-A1F9-96AC5B0497B4}" destId="{2D2F45B1-3013-49D8-AD95-5496DAD3C92D}" srcOrd="3" destOrd="0" parTransId="{8E28B346-CB64-4302-A183-29CB5F2C5CC0}" sibTransId="{DB0F499A-1E56-4688-B40F-5981F26BBB20}"/>
    <dgm:cxn modelId="{8B71890A-E7AB-443C-B35B-EFAFEDEF0047}" type="presParOf" srcId="{C2A0CE6B-16F9-483F-A18D-57E345FF4912}" destId="{34E7EBA5-143E-4D1F-B571-A61E35392B0F}" srcOrd="0" destOrd="0" presId="urn:microsoft.com/office/officeart/2005/8/layout/vList2"/>
    <dgm:cxn modelId="{DCE6A329-443F-4093-894D-8270FC28A62A}" type="presParOf" srcId="{C2A0CE6B-16F9-483F-A18D-57E345FF4912}" destId="{136367E0-77E7-4276-A5C5-B27D9D5B518D}" srcOrd="1" destOrd="0" presId="urn:microsoft.com/office/officeart/2005/8/layout/vList2"/>
    <dgm:cxn modelId="{0508D8CA-C663-4E38-A56C-E2AC220A0A5F}" type="presParOf" srcId="{C2A0CE6B-16F9-483F-A18D-57E345FF4912}" destId="{9D9B1F21-F857-436C-BDF6-11A1FACBC670}" srcOrd="2" destOrd="0" presId="urn:microsoft.com/office/officeart/2005/8/layout/vList2"/>
    <dgm:cxn modelId="{49D6379C-BB62-4C73-9451-AE8CA54FF35E}" type="presParOf" srcId="{C2A0CE6B-16F9-483F-A18D-57E345FF4912}" destId="{99EB148E-9319-4E36-808D-815CA199C992}" srcOrd="3" destOrd="0" presId="urn:microsoft.com/office/officeart/2005/8/layout/vList2"/>
    <dgm:cxn modelId="{D5D6DC2B-ABB2-4679-8E5D-4609A612ADA6}" type="presParOf" srcId="{C2A0CE6B-16F9-483F-A18D-57E345FF4912}" destId="{6066EBDE-5AE4-4470-A135-7D0A15BFE485}" srcOrd="4" destOrd="0" presId="urn:microsoft.com/office/officeart/2005/8/layout/vList2"/>
    <dgm:cxn modelId="{4FD53630-DC7C-4016-A26C-91B66281B515}" type="presParOf" srcId="{C2A0CE6B-16F9-483F-A18D-57E345FF4912}" destId="{B032DA54-6A3A-449E-A239-8A47D3823BEE}" srcOrd="5" destOrd="0" presId="urn:microsoft.com/office/officeart/2005/8/layout/vList2"/>
    <dgm:cxn modelId="{560B019A-F2D2-443E-BC00-A13DCF8845FC}" type="presParOf" srcId="{C2A0CE6B-16F9-483F-A18D-57E345FF4912}" destId="{A11C88ED-166E-4A60-87E5-1BFE7410F72C}" srcOrd="6" destOrd="0" presId="urn:microsoft.com/office/officeart/2005/8/layout/vList2"/>
    <dgm:cxn modelId="{5CD3C188-FEFE-418D-998C-F49AC9D538B5}" type="presParOf" srcId="{C2A0CE6B-16F9-483F-A18D-57E345FF4912}" destId="{12463674-6417-4183-BE01-8AFBAE76F9BB}" srcOrd="7" destOrd="0" presId="urn:microsoft.com/office/officeart/2005/8/layout/vList2"/>
    <dgm:cxn modelId="{77836F82-774E-48C8-9237-3D06830CC4C0}" type="presParOf" srcId="{C2A0CE6B-16F9-483F-A18D-57E345FF4912}" destId="{B274DAE4-EA22-4F21-898B-9659DFE22B4B}"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1E71C0-3436-4535-A25F-77F17F1B27A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E4486CAB-E34A-4187-8DDB-1BB931FFE076}">
      <dgm:prSet/>
      <dgm:spPr/>
      <dgm:t>
        <a:bodyPr/>
        <a:lstStyle/>
        <a:p>
          <a:r>
            <a:rPr lang="en-MY" dirty="0"/>
            <a:t>Agents</a:t>
          </a:r>
        </a:p>
      </dgm:t>
    </dgm:pt>
    <dgm:pt modelId="{ADE20ACD-48BA-43D7-B528-4BAC8184AAC2}" type="parTrans" cxnId="{8A8E2AD6-9CDA-41C6-AEF5-6526E3A4ABC8}">
      <dgm:prSet/>
      <dgm:spPr/>
      <dgm:t>
        <a:bodyPr/>
        <a:lstStyle/>
        <a:p>
          <a:endParaRPr lang="en-MY"/>
        </a:p>
      </dgm:t>
    </dgm:pt>
    <dgm:pt modelId="{2A29F850-A0F0-41AF-B9C2-72261BDA2364}" type="sibTrans" cxnId="{8A8E2AD6-9CDA-41C6-AEF5-6526E3A4ABC8}">
      <dgm:prSet/>
      <dgm:spPr/>
      <dgm:t>
        <a:bodyPr/>
        <a:lstStyle/>
        <a:p>
          <a:endParaRPr lang="en-MY"/>
        </a:p>
      </dgm:t>
    </dgm:pt>
    <dgm:pt modelId="{1F13C5FA-C02D-4336-8E25-93ADF6DA17C4}" type="pres">
      <dgm:prSet presAssocID="{031E71C0-3436-4535-A25F-77F17F1B27A2}" presName="linear" presStyleCnt="0">
        <dgm:presLayoutVars>
          <dgm:animLvl val="lvl"/>
          <dgm:resizeHandles val="exact"/>
        </dgm:presLayoutVars>
      </dgm:prSet>
      <dgm:spPr/>
    </dgm:pt>
    <dgm:pt modelId="{41FF8F78-6DD4-4ED1-97D8-F4C55EBE295C}" type="pres">
      <dgm:prSet presAssocID="{E4486CAB-E34A-4187-8DDB-1BB931FFE076}" presName="parentText" presStyleLbl="node1" presStyleIdx="0" presStyleCnt="1">
        <dgm:presLayoutVars>
          <dgm:chMax val="0"/>
          <dgm:bulletEnabled val="1"/>
        </dgm:presLayoutVars>
      </dgm:prSet>
      <dgm:spPr/>
    </dgm:pt>
  </dgm:ptLst>
  <dgm:cxnLst>
    <dgm:cxn modelId="{A4609D26-79E9-41B5-B3AE-B9EB3EFFD32E}" type="presOf" srcId="{031E71C0-3436-4535-A25F-77F17F1B27A2}" destId="{1F13C5FA-C02D-4336-8E25-93ADF6DA17C4}" srcOrd="0" destOrd="0" presId="urn:microsoft.com/office/officeart/2005/8/layout/vList2"/>
    <dgm:cxn modelId="{FD87EF51-0114-420C-95F0-FAEFC514EB22}" type="presOf" srcId="{E4486CAB-E34A-4187-8DDB-1BB931FFE076}" destId="{41FF8F78-6DD4-4ED1-97D8-F4C55EBE295C}" srcOrd="0" destOrd="0" presId="urn:microsoft.com/office/officeart/2005/8/layout/vList2"/>
    <dgm:cxn modelId="{8A8E2AD6-9CDA-41C6-AEF5-6526E3A4ABC8}" srcId="{031E71C0-3436-4535-A25F-77F17F1B27A2}" destId="{E4486CAB-E34A-4187-8DDB-1BB931FFE076}" srcOrd="0" destOrd="0" parTransId="{ADE20ACD-48BA-43D7-B528-4BAC8184AAC2}" sibTransId="{2A29F850-A0F0-41AF-B9C2-72261BDA2364}"/>
    <dgm:cxn modelId="{956D9602-C261-4D28-8250-A97EFFB35975}" type="presParOf" srcId="{1F13C5FA-C02D-4336-8E25-93ADF6DA17C4}" destId="{41FF8F78-6DD4-4ED1-97D8-F4C55EBE295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E2B847-5CCB-4B5C-B9EC-F5844D2178C1}"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MY"/>
        </a:p>
      </dgm:t>
    </dgm:pt>
    <dgm:pt modelId="{6F26E1EE-4A84-44E5-9829-6357A786153C}">
      <dgm:prSet/>
      <dgm:spPr/>
      <dgm:t>
        <a:bodyPr/>
        <a:lstStyle/>
        <a:p>
          <a:r>
            <a:rPr lang="en-US"/>
            <a:t>An agent is anything that can be viewed as perceiving its environment through sensors and acting upon that environment through actuators</a:t>
          </a:r>
          <a:endParaRPr lang="en-MY"/>
        </a:p>
      </dgm:t>
    </dgm:pt>
    <dgm:pt modelId="{6CD0C4C1-BBAD-4D74-9BF7-211CF4A5E883}" type="parTrans" cxnId="{A6A016BD-2EE9-4D66-B64A-23DB5FA555CE}">
      <dgm:prSet/>
      <dgm:spPr/>
      <dgm:t>
        <a:bodyPr/>
        <a:lstStyle/>
        <a:p>
          <a:endParaRPr lang="en-MY"/>
        </a:p>
      </dgm:t>
    </dgm:pt>
    <dgm:pt modelId="{621C03C4-3B92-4507-A99B-266A26C1F86A}" type="sibTrans" cxnId="{A6A016BD-2EE9-4D66-B64A-23DB5FA555CE}">
      <dgm:prSet/>
      <dgm:spPr/>
      <dgm:t>
        <a:bodyPr/>
        <a:lstStyle/>
        <a:p>
          <a:endParaRPr lang="en-MY"/>
        </a:p>
      </dgm:t>
    </dgm:pt>
    <dgm:pt modelId="{318D6D0F-7761-422E-93A7-05EC6BC2B082}">
      <dgm:prSet/>
      <dgm:spPr/>
      <dgm:t>
        <a:bodyPr/>
        <a:lstStyle/>
        <a:p>
          <a:r>
            <a:rPr lang="en-US"/>
            <a:t>Human agent: eyes, ears, and other organs for sensors; hands,</a:t>
          </a:r>
          <a:endParaRPr lang="en-MY"/>
        </a:p>
      </dgm:t>
    </dgm:pt>
    <dgm:pt modelId="{A899E6EF-D80C-45C3-9FD9-63F2EC6A2F68}" type="parTrans" cxnId="{B5A59FE1-2EFB-4226-9B16-DEF3B3D0F521}">
      <dgm:prSet/>
      <dgm:spPr/>
      <dgm:t>
        <a:bodyPr/>
        <a:lstStyle/>
        <a:p>
          <a:endParaRPr lang="en-MY"/>
        </a:p>
      </dgm:t>
    </dgm:pt>
    <dgm:pt modelId="{CEE011F9-CE47-4E3A-83D4-425A6231134B}" type="sibTrans" cxnId="{B5A59FE1-2EFB-4226-9B16-DEF3B3D0F521}">
      <dgm:prSet/>
      <dgm:spPr/>
      <dgm:t>
        <a:bodyPr/>
        <a:lstStyle/>
        <a:p>
          <a:endParaRPr lang="en-MY"/>
        </a:p>
      </dgm:t>
    </dgm:pt>
    <dgm:pt modelId="{4A6C030B-5B51-4F7E-A156-7C7DE94BA0CB}">
      <dgm:prSet/>
      <dgm:spPr/>
      <dgm:t>
        <a:bodyPr/>
        <a:lstStyle/>
        <a:p>
          <a:r>
            <a:rPr lang="en-US"/>
            <a:t>legs, mouth, and other body parts for actuators</a:t>
          </a:r>
          <a:endParaRPr lang="en-MY"/>
        </a:p>
      </dgm:t>
    </dgm:pt>
    <dgm:pt modelId="{0D5B21F1-31F1-46A2-A287-23C1E4813944}" type="parTrans" cxnId="{40F108FA-6BBF-4B50-9A63-8ABBD34D9BEB}">
      <dgm:prSet/>
      <dgm:spPr/>
      <dgm:t>
        <a:bodyPr/>
        <a:lstStyle/>
        <a:p>
          <a:endParaRPr lang="en-MY"/>
        </a:p>
      </dgm:t>
    </dgm:pt>
    <dgm:pt modelId="{AA0CDABD-7599-408D-A929-DABCD66C87F8}" type="sibTrans" cxnId="{40F108FA-6BBF-4B50-9A63-8ABBD34D9BEB}">
      <dgm:prSet/>
      <dgm:spPr/>
      <dgm:t>
        <a:bodyPr/>
        <a:lstStyle/>
        <a:p>
          <a:endParaRPr lang="en-MY"/>
        </a:p>
      </dgm:t>
    </dgm:pt>
    <dgm:pt modelId="{A10D825D-7483-4A19-8FD2-89731C90688D}">
      <dgm:prSet/>
      <dgm:spPr/>
      <dgm:t>
        <a:bodyPr/>
        <a:lstStyle/>
        <a:p>
          <a:r>
            <a:rPr lang="en-US"/>
            <a:t>Robotic agent: cameras and infrared range finders for sensors;</a:t>
          </a:r>
          <a:endParaRPr lang="en-MY"/>
        </a:p>
      </dgm:t>
    </dgm:pt>
    <dgm:pt modelId="{3E1161FF-F67F-44B1-AC11-84BDC55898C0}" type="parTrans" cxnId="{D3488970-D3DA-4AE3-8C02-C70326FF351B}">
      <dgm:prSet/>
      <dgm:spPr/>
      <dgm:t>
        <a:bodyPr/>
        <a:lstStyle/>
        <a:p>
          <a:endParaRPr lang="en-MY"/>
        </a:p>
      </dgm:t>
    </dgm:pt>
    <dgm:pt modelId="{F8847957-9DFF-46C4-A716-71CA0A39CC70}" type="sibTrans" cxnId="{D3488970-D3DA-4AE3-8C02-C70326FF351B}">
      <dgm:prSet/>
      <dgm:spPr/>
      <dgm:t>
        <a:bodyPr/>
        <a:lstStyle/>
        <a:p>
          <a:endParaRPr lang="en-MY"/>
        </a:p>
      </dgm:t>
    </dgm:pt>
    <dgm:pt modelId="{00F46120-06B3-4B9C-8118-9D4C9E45E80F}">
      <dgm:prSet/>
      <dgm:spPr/>
      <dgm:t>
        <a:bodyPr/>
        <a:lstStyle/>
        <a:p>
          <a:r>
            <a:rPr lang="en-US"/>
            <a:t>various motors for actuators</a:t>
          </a:r>
          <a:endParaRPr lang="en-MY"/>
        </a:p>
      </dgm:t>
    </dgm:pt>
    <dgm:pt modelId="{7542FE17-4213-4CA5-9045-CD0F6B6A748B}" type="parTrans" cxnId="{8B793AB1-FACC-4A96-8A45-DF746F56B5E2}">
      <dgm:prSet/>
      <dgm:spPr/>
      <dgm:t>
        <a:bodyPr/>
        <a:lstStyle/>
        <a:p>
          <a:endParaRPr lang="en-MY"/>
        </a:p>
      </dgm:t>
    </dgm:pt>
    <dgm:pt modelId="{A1D57184-CB23-413D-9003-EA26605AC4D3}" type="sibTrans" cxnId="{8B793AB1-FACC-4A96-8A45-DF746F56B5E2}">
      <dgm:prSet/>
      <dgm:spPr/>
      <dgm:t>
        <a:bodyPr/>
        <a:lstStyle/>
        <a:p>
          <a:endParaRPr lang="en-MY"/>
        </a:p>
      </dgm:t>
    </dgm:pt>
    <dgm:pt modelId="{20D98A61-7B4D-4FDE-A071-F7796924F403}" type="pres">
      <dgm:prSet presAssocID="{13E2B847-5CCB-4B5C-B9EC-F5844D2178C1}" presName="Name0" presStyleCnt="0">
        <dgm:presLayoutVars>
          <dgm:dir/>
          <dgm:resizeHandles val="exact"/>
        </dgm:presLayoutVars>
      </dgm:prSet>
      <dgm:spPr/>
    </dgm:pt>
    <dgm:pt modelId="{8F825398-5295-4D3C-971D-76B22F9B645D}" type="pres">
      <dgm:prSet presAssocID="{6F26E1EE-4A84-44E5-9829-6357A786153C}" presName="node" presStyleLbl="node1" presStyleIdx="0" presStyleCnt="5">
        <dgm:presLayoutVars>
          <dgm:bulletEnabled val="1"/>
        </dgm:presLayoutVars>
      </dgm:prSet>
      <dgm:spPr/>
    </dgm:pt>
    <dgm:pt modelId="{ED7C41A3-F86A-496C-9BDB-1E2B39D6CC53}" type="pres">
      <dgm:prSet presAssocID="{621C03C4-3B92-4507-A99B-266A26C1F86A}" presName="sibTrans" presStyleLbl="sibTrans2D1" presStyleIdx="0" presStyleCnt="4"/>
      <dgm:spPr/>
    </dgm:pt>
    <dgm:pt modelId="{82781991-46BD-4F89-90B2-5003A28B31E7}" type="pres">
      <dgm:prSet presAssocID="{621C03C4-3B92-4507-A99B-266A26C1F86A}" presName="connectorText" presStyleLbl="sibTrans2D1" presStyleIdx="0" presStyleCnt="4"/>
      <dgm:spPr/>
    </dgm:pt>
    <dgm:pt modelId="{C9895A01-7887-44D9-9B64-5FB5F9C62F6C}" type="pres">
      <dgm:prSet presAssocID="{318D6D0F-7761-422E-93A7-05EC6BC2B082}" presName="node" presStyleLbl="node1" presStyleIdx="1" presStyleCnt="5">
        <dgm:presLayoutVars>
          <dgm:bulletEnabled val="1"/>
        </dgm:presLayoutVars>
      </dgm:prSet>
      <dgm:spPr/>
    </dgm:pt>
    <dgm:pt modelId="{FDFE1FF6-B7BF-4532-913E-97950CD737CF}" type="pres">
      <dgm:prSet presAssocID="{CEE011F9-CE47-4E3A-83D4-425A6231134B}" presName="sibTrans" presStyleLbl="sibTrans2D1" presStyleIdx="1" presStyleCnt="4"/>
      <dgm:spPr/>
    </dgm:pt>
    <dgm:pt modelId="{AB148081-1CC2-4455-A1F0-1CCF3BDE4638}" type="pres">
      <dgm:prSet presAssocID="{CEE011F9-CE47-4E3A-83D4-425A6231134B}" presName="connectorText" presStyleLbl="sibTrans2D1" presStyleIdx="1" presStyleCnt="4"/>
      <dgm:spPr/>
    </dgm:pt>
    <dgm:pt modelId="{80B8D5C4-2B22-40C7-9F78-6B74D7FBFCED}" type="pres">
      <dgm:prSet presAssocID="{4A6C030B-5B51-4F7E-A156-7C7DE94BA0CB}" presName="node" presStyleLbl="node1" presStyleIdx="2" presStyleCnt="5">
        <dgm:presLayoutVars>
          <dgm:bulletEnabled val="1"/>
        </dgm:presLayoutVars>
      </dgm:prSet>
      <dgm:spPr/>
    </dgm:pt>
    <dgm:pt modelId="{22C8B371-A83F-41A7-B0EA-F6E6A920B414}" type="pres">
      <dgm:prSet presAssocID="{AA0CDABD-7599-408D-A929-DABCD66C87F8}" presName="sibTrans" presStyleLbl="sibTrans2D1" presStyleIdx="2" presStyleCnt="4"/>
      <dgm:spPr/>
    </dgm:pt>
    <dgm:pt modelId="{973BD368-A0B8-4D9C-85F7-6D503A09429C}" type="pres">
      <dgm:prSet presAssocID="{AA0CDABD-7599-408D-A929-DABCD66C87F8}" presName="connectorText" presStyleLbl="sibTrans2D1" presStyleIdx="2" presStyleCnt="4"/>
      <dgm:spPr/>
    </dgm:pt>
    <dgm:pt modelId="{9B0EA557-863B-4560-9D7F-BBE9561C1D75}" type="pres">
      <dgm:prSet presAssocID="{A10D825D-7483-4A19-8FD2-89731C90688D}" presName="node" presStyleLbl="node1" presStyleIdx="3" presStyleCnt="5">
        <dgm:presLayoutVars>
          <dgm:bulletEnabled val="1"/>
        </dgm:presLayoutVars>
      </dgm:prSet>
      <dgm:spPr/>
    </dgm:pt>
    <dgm:pt modelId="{CF883382-F9B1-41DC-BAC9-254D153DA0CA}" type="pres">
      <dgm:prSet presAssocID="{F8847957-9DFF-46C4-A716-71CA0A39CC70}" presName="sibTrans" presStyleLbl="sibTrans2D1" presStyleIdx="3" presStyleCnt="4"/>
      <dgm:spPr/>
    </dgm:pt>
    <dgm:pt modelId="{D97AD6B2-6192-4499-B92D-EF84FA4EBED8}" type="pres">
      <dgm:prSet presAssocID="{F8847957-9DFF-46C4-A716-71CA0A39CC70}" presName="connectorText" presStyleLbl="sibTrans2D1" presStyleIdx="3" presStyleCnt="4"/>
      <dgm:spPr/>
    </dgm:pt>
    <dgm:pt modelId="{AFCE017D-CF70-49CA-98A2-B89D3B8327E3}" type="pres">
      <dgm:prSet presAssocID="{00F46120-06B3-4B9C-8118-9D4C9E45E80F}" presName="node" presStyleLbl="node1" presStyleIdx="4" presStyleCnt="5">
        <dgm:presLayoutVars>
          <dgm:bulletEnabled val="1"/>
        </dgm:presLayoutVars>
      </dgm:prSet>
      <dgm:spPr/>
    </dgm:pt>
  </dgm:ptLst>
  <dgm:cxnLst>
    <dgm:cxn modelId="{9AD01F04-CD35-4A6B-8206-1AD9A3DC014E}" type="presOf" srcId="{F8847957-9DFF-46C4-A716-71CA0A39CC70}" destId="{CF883382-F9B1-41DC-BAC9-254D153DA0CA}" srcOrd="0" destOrd="0" presId="urn:microsoft.com/office/officeart/2005/8/layout/process1"/>
    <dgm:cxn modelId="{511BB02D-A16B-4BDD-B72C-0ED3A1E2BD9C}" type="presOf" srcId="{CEE011F9-CE47-4E3A-83D4-425A6231134B}" destId="{FDFE1FF6-B7BF-4532-913E-97950CD737CF}" srcOrd="0" destOrd="0" presId="urn:microsoft.com/office/officeart/2005/8/layout/process1"/>
    <dgm:cxn modelId="{4DB5A231-59BC-4F07-93BE-3DFFAA9A01E6}" type="presOf" srcId="{AA0CDABD-7599-408D-A929-DABCD66C87F8}" destId="{973BD368-A0B8-4D9C-85F7-6D503A09429C}" srcOrd="1" destOrd="0" presId="urn:microsoft.com/office/officeart/2005/8/layout/process1"/>
    <dgm:cxn modelId="{D3488970-D3DA-4AE3-8C02-C70326FF351B}" srcId="{13E2B847-5CCB-4B5C-B9EC-F5844D2178C1}" destId="{A10D825D-7483-4A19-8FD2-89731C90688D}" srcOrd="3" destOrd="0" parTransId="{3E1161FF-F67F-44B1-AC11-84BDC55898C0}" sibTransId="{F8847957-9DFF-46C4-A716-71CA0A39CC70}"/>
    <dgm:cxn modelId="{AE0DFC71-B6A2-4D5A-BEA1-3E2CBD4B6E66}" type="presOf" srcId="{CEE011F9-CE47-4E3A-83D4-425A6231134B}" destId="{AB148081-1CC2-4455-A1F0-1CCF3BDE4638}" srcOrd="1" destOrd="0" presId="urn:microsoft.com/office/officeart/2005/8/layout/process1"/>
    <dgm:cxn modelId="{FEE8A278-6058-4CC2-83C8-65F410B883DE}" type="presOf" srcId="{4A6C030B-5B51-4F7E-A156-7C7DE94BA0CB}" destId="{80B8D5C4-2B22-40C7-9F78-6B74D7FBFCED}" srcOrd="0" destOrd="0" presId="urn:microsoft.com/office/officeart/2005/8/layout/process1"/>
    <dgm:cxn modelId="{BF14157B-9B97-483D-A9BC-3710BCEDE92B}" type="presOf" srcId="{AA0CDABD-7599-408D-A929-DABCD66C87F8}" destId="{22C8B371-A83F-41A7-B0EA-F6E6A920B414}" srcOrd="0" destOrd="0" presId="urn:microsoft.com/office/officeart/2005/8/layout/process1"/>
    <dgm:cxn modelId="{5291DA82-338C-4723-A59D-B5169CB71E0B}" type="presOf" srcId="{621C03C4-3B92-4507-A99B-266A26C1F86A}" destId="{82781991-46BD-4F89-90B2-5003A28B31E7}" srcOrd="1" destOrd="0" presId="urn:microsoft.com/office/officeart/2005/8/layout/process1"/>
    <dgm:cxn modelId="{9A9EC38E-B703-490B-83DB-6A5292B44EB5}" type="presOf" srcId="{13E2B847-5CCB-4B5C-B9EC-F5844D2178C1}" destId="{20D98A61-7B4D-4FDE-A071-F7796924F403}" srcOrd="0" destOrd="0" presId="urn:microsoft.com/office/officeart/2005/8/layout/process1"/>
    <dgm:cxn modelId="{B09297AD-1A9F-4ACB-9E9A-FA8E114B9BE0}" type="presOf" srcId="{621C03C4-3B92-4507-A99B-266A26C1F86A}" destId="{ED7C41A3-F86A-496C-9BDB-1E2B39D6CC53}" srcOrd="0" destOrd="0" presId="urn:microsoft.com/office/officeart/2005/8/layout/process1"/>
    <dgm:cxn modelId="{8B793AB1-FACC-4A96-8A45-DF746F56B5E2}" srcId="{13E2B847-5CCB-4B5C-B9EC-F5844D2178C1}" destId="{00F46120-06B3-4B9C-8118-9D4C9E45E80F}" srcOrd="4" destOrd="0" parTransId="{7542FE17-4213-4CA5-9045-CD0F6B6A748B}" sibTransId="{A1D57184-CB23-413D-9003-EA26605AC4D3}"/>
    <dgm:cxn modelId="{FBC471BB-2869-4613-A239-2024F8C6E18B}" type="presOf" srcId="{A10D825D-7483-4A19-8FD2-89731C90688D}" destId="{9B0EA557-863B-4560-9D7F-BBE9561C1D75}" srcOrd="0" destOrd="0" presId="urn:microsoft.com/office/officeart/2005/8/layout/process1"/>
    <dgm:cxn modelId="{A6A016BD-2EE9-4D66-B64A-23DB5FA555CE}" srcId="{13E2B847-5CCB-4B5C-B9EC-F5844D2178C1}" destId="{6F26E1EE-4A84-44E5-9829-6357A786153C}" srcOrd="0" destOrd="0" parTransId="{6CD0C4C1-BBAD-4D74-9BF7-211CF4A5E883}" sibTransId="{621C03C4-3B92-4507-A99B-266A26C1F86A}"/>
    <dgm:cxn modelId="{44359EC1-DEB3-40CD-A95B-869E6E4F5968}" type="presOf" srcId="{6F26E1EE-4A84-44E5-9829-6357A786153C}" destId="{8F825398-5295-4D3C-971D-76B22F9B645D}" srcOrd="0" destOrd="0" presId="urn:microsoft.com/office/officeart/2005/8/layout/process1"/>
    <dgm:cxn modelId="{1CB9D3C4-F6FB-46E0-9FCF-9DBEB6C1C2B4}" type="presOf" srcId="{F8847957-9DFF-46C4-A716-71CA0A39CC70}" destId="{D97AD6B2-6192-4499-B92D-EF84FA4EBED8}" srcOrd="1" destOrd="0" presId="urn:microsoft.com/office/officeart/2005/8/layout/process1"/>
    <dgm:cxn modelId="{B5A59FE1-2EFB-4226-9B16-DEF3B3D0F521}" srcId="{13E2B847-5CCB-4B5C-B9EC-F5844D2178C1}" destId="{318D6D0F-7761-422E-93A7-05EC6BC2B082}" srcOrd="1" destOrd="0" parTransId="{A899E6EF-D80C-45C3-9FD9-63F2EC6A2F68}" sibTransId="{CEE011F9-CE47-4E3A-83D4-425A6231134B}"/>
    <dgm:cxn modelId="{00EFEDF1-2FFF-4DF9-B797-15014E820D0E}" type="presOf" srcId="{00F46120-06B3-4B9C-8118-9D4C9E45E80F}" destId="{AFCE017D-CF70-49CA-98A2-B89D3B8327E3}" srcOrd="0" destOrd="0" presId="urn:microsoft.com/office/officeart/2005/8/layout/process1"/>
    <dgm:cxn modelId="{40F108FA-6BBF-4B50-9A63-8ABBD34D9BEB}" srcId="{13E2B847-5CCB-4B5C-B9EC-F5844D2178C1}" destId="{4A6C030B-5B51-4F7E-A156-7C7DE94BA0CB}" srcOrd="2" destOrd="0" parTransId="{0D5B21F1-31F1-46A2-A287-23C1E4813944}" sibTransId="{AA0CDABD-7599-408D-A929-DABCD66C87F8}"/>
    <dgm:cxn modelId="{3FC3E4FF-7346-4B53-8F17-92843F0B119F}" type="presOf" srcId="{318D6D0F-7761-422E-93A7-05EC6BC2B082}" destId="{C9895A01-7887-44D9-9B64-5FB5F9C62F6C}" srcOrd="0" destOrd="0" presId="urn:microsoft.com/office/officeart/2005/8/layout/process1"/>
    <dgm:cxn modelId="{CBFFBD9A-DA46-465D-AEC0-268ED83E1D69}" type="presParOf" srcId="{20D98A61-7B4D-4FDE-A071-F7796924F403}" destId="{8F825398-5295-4D3C-971D-76B22F9B645D}" srcOrd="0" destOrd="0" presId="urn:microsoft.com/office/officeart/2005/8/layout/process1"/>
    <dgm:cxn modelId="{7CEEA7A9-A69B-4532-9530-FCFAA59B2D7B}" type="presParOf" srcId="{20D98A61-7B4D-4FDE-A071-F7796924F403}" destId="{ED7C41A3-F86A-496C-9BDB-1E2B39D6CC53}" srcOrd="1" destOrd="0" presId="urn:microsoft.com/office/officeart/2005/8/layout/process1"/>
    <dgm:cxn modelId="{591244DF-8D39-4B4B-9F29-A07A4B498BEE}" type="presParOf" srcId="{ED7C41A3-F86A-496C-9BDB-1E2B39D6CC53}" destId="{82781991-46BD-4F89-90B2-5003A28B31E7}" srcOrd="0" destOrd="0" presId="urn:microsoft.com/office/officeart/2005/8/layout/process1"/>
    <dgm:cxn modelId="{7512D8F0-B1AA-4DEF-A8A2-41271A9CE903}" type="presParOf" srcId="{20D98A61-7B4D-4FDE-A071-F7796924F403}" destId="{C9895A01-7887-44D9-9B64-5FB5F9C62F6C}" srcOrd="2" destOrd="0" presId="urn:microsoft.com/office/officeart/2005/8/layout/process1"/>
    <dgm:cxn modelId="{F439239E-24EA-4693-B591-D8771F615BC7}" type="presParOf" srcId="{20D98A61-7B4D-4FDE-A071-F7796924F403}" destId="{FDFE1FF6-B7BF-4532-913E-97950CD737CF}" srcOrd="3" destOrd="0" presId="urn:microsoft.com/office/officeart/2005/8/layout/process1"/>
    <dgm:cxn modelId="{95FA824A-BD0C-4DCF-9137-D3CEEE59C62F}" type="presParOf" srcId="{FDFE1FF6-B7BF-4532-913E-97950CD737CF}" destId="{AB148081-1CC2-4455-A1F0-1CCF3BDE4638}" srcOrd="0" destOrd="0" presId="urn:microsoft.com/office/officeart/2005/8/layout/process1"/>
    <dgm:cxn modelId="{F09F29C9-5004-472C-AD4F-5A20621953A1}" type="presParOf" srcId="{20D98A61-7B4D-4FDE-A071-F7796924F403}" destId="{80B8D5C4-2B22-40C7-9F78-6B74D7FBFCED}" srcOrd="4" destOrd="0" presId="urn:microsoft.com/office/officeart/2005/8/layout/process1"/>
    <dgm:cxn modelId="{83D6E0F0-E021-4AA1-BF73-2324836752FF}" type="presParOf" srcId="{20D98A61-7B4D-4FDE-A071-F7796924F403}" destId="{22C8B371-A83F-41A7-B0EA-F6E6A920B414}" srcOrd="5" destOrd="0" presId="urn:microsoft.com/office/officeart/2005/8/layout/process1"/>
    <dgm:cxn modelId="{9181D1AD-211C-4FA9-A5B0-597D934B278B}" type="presParOf" srcId="{22C8B371-A83F-41A7-B0EA-F6E6A920B414}" destId="{973BD368-A0B8-4D9C-85F7-6D503A09429C}" srcOrd="0" destOrd="0" presId="urn:microsoft.com/office/officeart/2005/8/layout/process1"/>
    <dgm:cxn modelId="{EDDF4465-B5E4-43D6-AE30-D49181A9540E}" type="presParOf" srcId="{20D98A61-7B4D-4FDE-A071-F7796924F403}" destId="{9B0EA557-863B-4560-9D7F-BBE9561C1D75}" srcOrd="6" destOrd="0" presId="urn:microsoft.com/office/officeart/2005/8/layout/process1"/>
    <dgm:cxn modelId="{7B7D813A-F0A2-4B95-99D2-26806B11CE73}" type="presParOf" srcId="{20D98A61-7B4D-4FDE-A071-F7796924F403}" destId="{CF883382-F9B1-41DC-BAC9-254D153DA0CA}" srcOrd="7" destOrd="0" presId="urn:microsoft.com/office/officeart/2005/8/layout/process1"/>
    <dgm:cxn modelId="{524782B0-C2A7-4BFF-A08A-3E43A12BEAF5}" type="presParOf" srcId="{CF883382-F9B1-41DC-BAC9-254D153DA0CA}" destId="{D97AD6B2-6192-4499-B92D-EF84FA4EBED8}" srcOrd="0" destOrd="0" presId="urn:microsoft.com/office/officeart/2005/8/layout/process1"/>
    <dgm:cxn modelId="{7C907B03-383D-4211-ADD9-93246889E3EF}" type="presParOf" srcId="{20D98A61-7B4D-4FDE-A071-F7796924F403}" destId="{AFCE017D-CF70-49CA-98A2-B89D3B8327E3}"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D78CA1B-B48F-4621-9743-3FA1A3F683C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C339B62F-3176-4D4F-A3BC-CBD32BD7C5D3}">
      <dgm:prSet/>
      <dgm:spPr/>
      <dgm:t>
        <a:bodyPr/>
        <a:lstStyle/>
        <a:p>
          <a:r>
            <a:rPr lang="en-MY"/>
            <a:t>Agents and environments</a:t>
          </a:r>
        </a:p>
      </dgm:t>
    </dgm:pt>
    <dgm:pt modelId="{C88ABD73-33CE-4A13-9F15-5759828C8EA6}" type="parTrans" cxnId="{72799591-377B-4115-8B01-F72D5469DE30}">
      <dgm:prSet/>
      <dgm:spPr/>
      <dgm:t>
        <a:bodyPr/>
        <a:lstStyle/>
        <a:p>
          <a:endParaRPr lang="en-MY"/>
        </a:p>
      </dgm:t>
    </dgm:pt>
    <dgm:pt modelId="{012BAB5B-8D3C-4E8C-8CBA-879710A22FCD}" type="sibTrans" cxnId="{72799591-377B-4115-8B01-F72D5469DE30}">
      <dgm:prSet/>
      <dgm:spPr/>
      <dgm:t>
        <a:bodyPr/>
        <a:lstStyle/>
        <a:p>
          <a:endParaRPr lang="en-MY"/>
        </a:p>
      </dgm:t>
    </dgm:pt>
    <dgm:pt modelId="{4CC0B667-CDAC-4847-9095-2AC5DD11F10F}" type="pres">
      <dgm:prSet presAssocID="{9D78CA1B-B48F-4621-9743-3FA1A3F683CF}" presName="linear" presStyleCnt="0">
        <dgm:presLayoutVars>
          <dgm:animLvl val="lvl"/>
          <dgm:resizeHandles val="exact"/>
        </dgm:presLayoutVars>
      </dgm:prSet>
      <dgm:spPr/>
    </dgm:pt>
    <dgm:pt modelId="{739E7732-E910-411B-B2EC-3857AC53956D}" type="pres">
      <dgm:prSet presAssocID="{C339B62F-3176-4D4F-A3BC-CBD32BD7C5D3}" presName="parentText" presStyleLbl="node1" presStyleIdx="0" presStyleCnt="1">
        <dgm:presLayoutVars>
          <dgm:chMax val="0"/>
          <dgm:bulletEnabled val="1"/>
        </dgm:presLayoutVars>
      </dgm:prSet>
      <dgm:spPr/>
    </dgm:pt>
  </dgm:ptLst>
  <dgm:cxnLst>
    <dgm:cxn modelId="{72799591-377B-4115-8B01-F72D5469DE30}" srcId="{9D78CA1B-B48F-4621-9743-3FA1A3F683CF}" destId="{C339B62F-3176-4D4F-A3BC-CBD32BD7C5D3}" srcOrd="0" destOrd="0" parTransId="{C88ABD73-33CE-4A13-9F15-5759828C8EA6}" sibTransId="{012BAB5B-8D3C-4E8C-8CBA-879710A22FCD}"/>
    <dgm:cxn modelId="{8D697FDA-A661-4B9B-BFD9-176F9908CA60}" type="presOf" srcId="{C339B62F-3176-4D4F-A3BC-CBD32BD7C5D3}" destId="{739E7732-E910-411B-B2EC-3857AC53956D}" srcOrd="0" destOrd="0" presId="urn:microsoft.com/office/officeart/2005/8/layout/vList2"/>
    <dgm:cxn modelId="{BFF951ED-5BAE-43C5-AC36-1DAA66C090E9}" type="presOf" srcId="{9D78CA1B-B48F-4621-9743-3FA1A3F683CF}" destId="{4CC0B667-CDAC-4847-9095-2AC5DD11F10F}" srcOrd="0" destOrd="0" presId="urn:microsoft.com/office/officeart/2005/8/layout/vList2"/>
    <dgm:cxn modelId="{E49FCC45-4608-4D68-9FB0-748EE5DD07C2}" type="presParOf" srcId="{4CC0B667-CDAC-4847-9095-2AC5DD11F10F}" destId="{739E7732-E910-411B-B2EC-3857AC53956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F446721-E192-43B1-8C93-8D64FA4ED22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623209D6-F512-480B-938C-BECFFE81877B}">
      <dgm:prSet/>
      <dgm:spPr/>
      <dgm:t>
        <a:bodyPr/>
        <a:lstStyle/>
        <a:p>
          <a:r>
            <a:rPr lang="en-MY"/>
            <a:t>Vacuum-cleaner world</a:t>
          </a:r>
        </a:p>
      </dgm:t>
    </dgm:pt>
    <dgm:pt modelId="{DAA29E9A-5F72-4460-A13A-DABE9920CF4A}" type="parTrans" cxnId="{BE074849-B04A-4D7A-A361-42A71A1DB5EF}">
      <dgm:prSet/>
      <dgm:spPr/>
      <dgm:t>
        <a:bodyPr/>
        <a:lstStyle/>
        <a:p>
          <a:endParaRPr lang="en-MY"/>
        </a:p>
      </dgm:t>
    </dgm:pt>
    <dgm:pt modelId="{3706E7F6-1E5E-466A-8ECD-3C649CF01013}" type="sibTrans" cxnId="{BE074849-B04A-4D7A-A361-42A71A1DB5EF}">
      <dgm:prSet/>
      <dgm:spPr/>
      <dgm:t>
        <a:bodyPr/>
        <a:lstStyle/>
        <a:p>
          <a:endParaRPr lang="en-MY"/>
        </a:p>
      </dgm:t>
    </dgm:pt>
    <dgm:pt modelId="{50855DA9-8209-43D5-8DC0-C23B85E52634}" type="pres">
      <dgm:prSet presAssocID="{BF446721-E192-43B1-8C93-8D64FA4ED22A}" presName="linear" presStyleCnt="0">
        <dgm:presLayoutVars>
          <dgm:animLvl val="lvl"/>
          <dgm:resizeHandles val="exact"/>
        </dgm:presLayoutVars>
      </dgm:prSet>
      <dgm:spPr/>
    </dgm:pt>
    <dgm:pt modelId="{A50A7011-0C17-4B72-ABA5-7F49F6C39300}" type="pres">
      <dgm:prSet presAssocID="{623209D6-F512-480B-938C-BECFFE81877B}" presName="parentText" presStyleLbl="node1" presStyleIdx="0" presStyleCnt="1">
        <dgm:presLayoutVars>
          <dgm:chMax val="0"/>
          <dgm:bulletEnabled val="1"/>
        </dgm:presLayoutVars>
      </dgm:prSet>
      <dgm:spPr/>
    </dgm:pt>
  </dgm:ptLst>
  <dgm:cxnLst>
    <dgm:cxn modelId="{A9C0E922-C5F2-4A54-8C20-E5797B8EC9D6}" type="presOf" srcId="{623209D6-F512-480B-938C-BECFFE81877B}" destId="{A50A7011-0C17-4B72-ABA5-7F49F6C39300}" srcOrd="0" destOrd="0" presId="urn:microsoft.com/office/officeart/2005/8/layout/vList2"/>
    <dgm:cxn modelId="{BE074849-B04A-4D7A-A361-42A71A1DB5EF}" srcId="{BF446721-E192-43B1-8C93-8D64FA4ED22A}" destId="{623209D6-F512-480B-938C-BECFFE81877B}" srcOrd="0" destOrd="0" parTransId="{DAA29E9A-5F72-4460-A13A-DABE9920CF4A}" sibTransId="{3706E7F6-1E5E-466A-8ECD-3C649CF01013}"/>
    <dgm:cxn modelId="{5A1E81AF-B96A-43F3-995A-C91E0D88680E}" type="presOf" srcId="{BF446721-E192-43B1-8C93-8D64FA4ED22A}" destId="{50855DA9-8209-43D5-8DC0-C23B85E52634}" srcOrd="0" destOrd="0" presId="urn:microsoft.com/office/officeart/2005/8/layout/vList2"/>
    <dgm:cxn modelId="{C0BAC469-71CB-44F3-8E83-545EA6C1CC7C}" type="presParOf" srcId="{50855DA9-8209-43D5-8DC0-C23B85E52634}" destId="{A50A7011-0C17-4B72-ABA5-7F49F6C3930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3531A3F-032B-4A62-806B-30404B764D0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E8A044E4-01E4-4ABF-8E06-2E0B3A0DBE5B}">
      <dgm:prSet/>
      <dgm:spPr/>
      <dgm:t>
        <a:bodyPr/>
        <a:lstStyle/>
        <a:p>
          <a:r>
            <a:rPr lang="en-MY"/>
            <a:t>Rational agents</a:t>
          </a:r>
        </a:p>
      </dgm:t>
    </dgm:pt>
    <dgm:pt modelId="{90ECBF33-8151-4485-962C-A9CE823C6D76}" type="parTrans" cxnId="{21973F58-20DB-4253-BA02-08ECCBFA1D0C}">
      <dgm:prSet/>
      <dgm:spPr/>
      <dgm:t>
        <a:bodyPr/>
        <a:lstStyle/>
        <a:p>
          <a:endParaRPr lang="en-MY"/>
        </a:p>
      </dgm:t>
    </dgm:pt>
    <dgm:pt modelId="{B7DC0271-9CF1-4CFE-80B0-54DEA622A2FA}" type="sibTrans" cxnId="{21973F58-20DB-4253-BA02-08ECCBFA1D0C}">
      <dgm:prSet/>
      <dgm:spPr/>
      <dgm:t>
        <a:bodyPr/>
        <a:lstStyle/>
        <a:p>
          <a:endParaRPr lang="en-MY"/>
        </a:p>
      </dgm:t>
    </dgm:pt>
    <dgm:pt modelId="{18570318-2929-4506-B07D-48A85DD0B301}" type="pres">
      <dgm:prSet presAssocID="{A3531A3F-032B-4A62-806B-30404B764D05}" presName="linear" presStyleCnt="0">
        <dgm:presLayoutVars>
          <dgm:animLvl val="lvl"/>
          <dgm:resizeHandles val="exact"/>
        </dgm:presLayoutVars>
      </dgm:prSet>
      <dgm:spPr/>
    </dgm:pt>
    <dgm:pt modelId="{E75EA603-0811-4A65-9890-4C4F8262D6D2}" type="pres">
      <dgm:prSet presAssocID="{E8A044E4-01E4-4ABF-8E06-2E0B3A0DBE5B}" presName="parentText" presStyleLbl="node1" presStyleIdx="0" presStyleCnt="1">
        <dgm:presLayoutVars>
          <dgm:chMax val="0"/>
          <dgm:bulletEnabled val="1"/>
        </dgm:presLayoutVars>
      </dgm:prSet>
      <dgm:spPr/>
    </dgm:pt>
  </dgm:ptLst>
  <dgm:cxnLst>
    <dgm:cxn modelId="{07F5A430-6A1A-4E3A-A37F-539378F21F26}" type="presOf" srcId="{E8A044E4-01E4-4ABF-8E06-2E0B3A0DBE5B}" destId="{E75EA603-0811-4A65-9890-4C4F8262D6D2}" srcOrd="0" destOrd="0" presId="urn:microsoft.com/office/officeart/2005/8/layout/vList2"/>
    <dgm:cxn modelId="{21973F58-20DB-4253-BA02-08ECCBFA1D0C}" srcId="{A3531A3F-032B-4A62-806B-30404B764D05}" destId="{E8A044E4-01E4-4ABF-8E06-2E0B3A0DBE5B}" srcOrd="0" destOrd="0" parTransId="{90ECBF33-8151-4485-962C-A9CE823C6D76}" sibTransId="{B7DC0271-9CF1-4CFE-80B0-54DEA622A2FA}"/>
    <dgm:cxn modelId="{967A03CF-4B1A-499D-8F99-10796DF92107}" type="presOf" srcId="{A3531A3F-032B-4A62-806B-30404B764D05}" destId="{18570318-2929-4506-B07D-48A85DD0B301}" srcOrd="0" destOrd="0" presId="urn:microsoft.com/office/officeart/2005/8/layout/vList2"/>
    <dgm:cxn modelId="{D6C89427-11F3-4BE6-8AC1-FB2358B28A4A}" type="presParOf" srcId="{18570318-2929-4506-B07D-48A85DD0B301}" destId="{E75EA603-0811-4A65-9890-4C4F8262D6D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B211EFF-01AF-488D-90B3-0E4C8F32A901}"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Y"/>
        </a:p>
      </dgm:t>
    </dgm:pt>
    <dgm:pt modelId="{24BC6D42-7786-4C3D-9AFA-C03CAF25C777}">
      <dgm:prSet/>
      <dgm:spPr/>
      <dgm:t>
        <a:bodyPr/>
        <a:lstStyle/>
        <a:p>
          <a:r>
            <a:rPr lang="en-US"/>
            <a:t>An agent should strive to "do the right thing", based on what it can perceive and the actions it can perform. The right action is the one that will cause the agent to be most successful</a:t>
          </a:r>
          <a:endParaRPr lang="en-MY"/>
        </a:p>
      </dgm:t>
    </dgm:pt>
    <dgm:pt modelId="{AF3840C0-77B2-46F6-918C-46D8871D8A56}" type="parTrans" cxnId="{513DB61D-5D9D-478C-911B-A6FFA1BD94DA}">
      <dgm:prSet/>
      <dgm:spPr/>
      <dgm:t>
        <a:bodyPr/>
        <a:lstStyle/>
        <a:p>
          <a:endParaRPr lang="en-MY"/>
        </a:p>
      </dgm:t>
    </dgm:pt>
    <dgm:pt modelId="{EC33FE4E-F8AE-4176-95E9-20AC12D7B1DE}" type="sibTrans" cxnId="{513DB61D-5D9D-478C-911B-A6FFA1BD94DA}">
      <dgm:prSet/>
      <dgm:spPr/>
      <dgm:t>
        <a:bodyPr/>
        <a:lstStyle/>
        <a:p>
          <a:endParaRPr lang="en-MY"/>
        </a:p>
      </dgm:t>
    </dgm:pt>
    <dgm:pt modelId="{6569122E-60C6-40C7-B2B8-BE88B1EE6080}">
      <dgm:prSet/>
      <dgm:spPr/>
      <dgm:t>
        <a:bodyPr/>
        <a:lstStyle/>
        <a:p>
          <a:r>
            <a:rPr lang="en-US"/>
            <a:t>Performance measure: An objective criterion for success of an agent's behavior</a:t>
          </a:r>
          <a:endParaRPr lang="en-MY"/>
        </a:p>
      </dgm:t>
    </dgm:pt>
    <dgm:pt modelId="{3788D512-03EA-4F49-8AD0-45A7763E3085}" type="parTrans" cxnId="{9A990E25-C487-489C-8475-328C1EE770B9}">
      <dgm:prSet/>
      <dgm:spPr/>
      <dgm:t>
        <a:bodyPr/>
        <a:lstStyle/>
        <a:p>
          <a:endParaRPr lang="en-MY"/>
        </a:p>
      </dgm:t>
    </dgm:pt>
    <dgm:pt modelId="{C6C2B306-AD3E-49EE-82ED-E41427BEDE59}" type="sibTrans" cxnId="{9A990E25-C487-489C-8475-328C1EE770B9}">
      <dgm:prSet/>
      <dgm:spPr/>
      <dgm:t>
        <a:bodyPr/>
        <a:lstStyle/>
        <a:p>
          <a:endParaRPr lang="en-MY"/>
        </a:p>
      </dgm:t>
    </dgm:pt>
    <dgm:pt modelId="{4C0B108C-AD3C-4E58-AF2F-886F4CFA6366}">
      <dgm:prSet/>
      <dgm:spPr/>
      <dgm:t>
        <a:bodyPr/>
        <a:lstStyle/>
        <a:p>
          <a:r>
            <a:rPr lang="en-US"/>
            <a:t>E.g., performance measure of a vacuum-cleaner agent could be amount of dirt cleaned up, amount of time taken, amount of electricity consumed, amount of noise generated, etc.</a:t>
          </a:r>
          <a:endParaRPr lang="en-MY"/>
        </a:p>
      </dgm:t>
    </dgm:pt>
    <dgm:pt modelId="{508BD431-3DF4-4CD3-BD16-830447C744BA}" type="parTrans" cxnId="{A6B2BA59-5D08-440A-B86C-1898F3235210}">
      <dgm:prSet/>
      <dgm:spPr/>
      <dgm:t>
        <a:bodyPr/>
        <a:lstStyle/>
        <a:p>
          <a:endParaRPr lang="en-MY"/>
        </a:p>
      </dgm:t>
    </dgm:pt>
    <dgm:pt modelId="{A66BACD1-17CE-4105-8463-2C815565CCCD}" type="sibTrans" cxnId="{A6B2BA59-5D08-440A-B86C-1898F3235210}">
      <dgm:prSet/>
      <dgm:spPr/>
      <dgm:t>
        <a:bodyPr/>
        <a:lstStyle/>
        <a:p>
          <a:endParaRPr lang="en-MY"/>
        </a:p>
      </dgm:t>
    </dgm:pt>
    <dgm:pt modelId="{F202AB07-57D6-4C95-BE3B-F6DB05EF8E48}" type="pres">
      <dgm:prSet presAssocID="{8B211EFF-01AF-488D-90B3-0E4C8F32A901}" presName="Name0" presStyleCnt="0">
        <dgm:presLayoutVars>
          <dgm:chMax val="7"/>
          <dgm:dir/>
          <dgm:animLvl val="lvl"/>
          <dgm:resizeHandles val="exact"/>
        </dgm:presLayoutVars>
      </dgm:prSet>
      <dgm:spPr/>
    </dgm:pt>
    <dgm:pt modelId="{18B8A675-94DF-44A7-B2B5-A5301ECBBE88}" type="pres">
      <dgm:prSet presAssocID="{24BC6D42-7786-4C3D-9AFA-C03CAF25C777}" presName="circle1" presStyleLbl="node1" presStyleIdx="0" presStyleCnt="3"/>
      <dgm:spPr/>
    </dgm:pt>
    <dgm:pt modelId="{7CD1CEC1-4632-4D77-A2F8-FF1B7E984EAB}" type="pres">
      <dgm:prSet presAssocID="{24BC6D42-7786-4C3D-9AFA-C03CAF25C777}" presName="space" presStyleCnt="0"/>
      <dgm:spPr/>
    </dgm:pt>
    <dgm:pt modelId="{35D3FD88-3F16-4175-A540-FE9B6C542344}" type="pres">
      <dgm:prSet presAssocID="{24BC6D42-7786-4C3D-9AFA-C03CAF25C777}" presName="rect1" presStyleLbl="alignAcc1" presStyleIdx="0" presStyleCnt="3"/>
      <dgm:spPr/>
    </dgm:pt>
    <dgm:pt modelId="{6B14F376-1523-4B8C-8686-BE67B505D827}" type="pres">
      <dgm:prSet presAssocID="{6569122E-60C6-40C7-B2B8-BE88B1EE6080}" presName="vertSpace2" presStyleLbl="node1" presStyleIdx="0" presStyleCnt="3"/>
      <dgm:spPr/>
    </dgm:pt>
    <dgm:pt modelId="{976D38F8-F1C2-4DA9-B2A3-4AB00D3847C3}" type="pres">
      <dgm:prSet presAssocID="{6569122E-60C6-40C7-B2B8-BE88B1EE6080}" presName="circle2" presStyleLbl="node1" presStyleIdx="1" presStyleCnt="3"/>
      <dgm:spPr/>
    </dgm:pt>
    <dgm:pt modelId="{F1A8CFF1-8218-4A87-BD48-3F6FE2D451A9}" type="pres">
      <dgm:prSet presAssocID="{6569122E-60C6-40C7-B2B8-BE88B1EE6080}" presName="rect2" presStyleLbl="alignAcc1" presStyleIdx="1" presStyleCnt="3"/>
      <dgm:spPr/>
    </dgm:pt>
    <dgm:pt modelId="{DAA3F8F1-10CF-4F44-BBFA-039E6EBB4C7E}" type="pres">
      <dgm:prSet presAssocID="{4C0B108C-AD3C-4E58-AF2F-886F4CFA6366}" presName="vertSpace3" presStyleLbl="node1" presStyleIdx="1" presStyleCnt="3"/>
      <dgm:spPr/>
    </dgm:pt>
    <dgm:pt modelId="{60434B6A-615A-4947-85DA-DF96A294BC54}" type="pres">
      <dgm:prSet presAssocID="{4C0B108C-AD3C-4E58-AF2F-886F4CFA6366}" presName="circle3" presStyleLbl="node1" presStyleIdx="2" presStyleCnt="3"/>
      <dgm:spPr/>
    </dgm:pt>
    <dgm:pt modelId="{CE149424-A06E-4E1D-BF07-AEB9EC7603CC}" type="pres">
      <dgm:prSet presAssocID="{4C0B108C-AD3C-4E58-AF2F-886F4CFA6366}" presName="rect3" presStyleLbl="alignAcc1" presStyleIdx="2" presStyleCnt="3"/>
      <dgm:spPr/>
    </dgm:pt>
    <dgm:pt modelId="{7AC50656-D339-4C17-BD35-16197567B268}" type="pres">
      <dgm:prSet presAssocID="{24BC6D42-7786-4C3D-9AFA-C03CAF25C777}" presName="rect1ParTxNoCh" presStyleLbl="alignAcc1" presStyleIdx="2" presStyleCnt="3">
        <dgm:presLayoutVars>
          <dgm:chMax val="1"/>
          <dgm:bulletEnabled val="1"/>
        </dgm:presLayoutVars>
      </dgm:prSet>
      <dgm:spPr/>
    </dgm:pt>
    <dgm:pt modelId="{F5925806-0A26-411E-8517-74CB8EFC13D3}" type="pres">
      <dgm:prSet presAssocID="{6569122E-60C6-40C7-B2B8-BE88B1EE6080}" presName="rect2ParTxNoCh" presStyleLbl="alignAcc1" presStyleIdx="2" presStyleCnt="3">
        <dgm:presLayoutVars>
          <dgm:chMax val="1"/>
          <dgm:bulletEnabled val="1"/>
        </dgm:presLayoutVars>
      </dgm:prSet>
      <dgm:spPr/>
    </dgm:pt>
    <dgm:pt modelId="{4AF978A0-E7F9-474D-8835-C5D6CA022F26}" type="pres">
      <dgm:prSet presAssocID="{4C0B108C-AD3C-4E58-AF2F-886F4CFA6366}" presName="rect3ParTxNoCh" presStyleLbl="alignAcc1" presStyleIdx="2" presStyleCnt="3">
        <dgm:presLayoutVars>
          <dgm:chMax val="1"/>
          <dgm:bulletEnabled val="1"/>
        </dgm:presLayoutVars>
      </dgm:prSet>
      <dgm:spPr/>
    </dgm:pt>
  </dgm:ptLst>
  <dgm:cxnLst>
    <dgm:cxn modelId="{513DB61D-5D9D-478C-911B-A6FFA1BD94DA}" srcId="{8B211EFF-01AF-488D-90B3-0E4C8F32A901}" destId="{24BC6D42-7786-4C3D-9AFA-C03CAF25C777}" srcOrd="0" destOrd="0" parTransId="{AF3840C0-77B2-46F6-918C-46D8871D8A56}" sibTransId="{EC33FE4E-F8AE-4176-95E9-20AC12D7B1DE}"/>
    <dgm:cxn modelId="{9A990E25-C487-489C-8475-328C1EE770B9}" srcId="{8B211EFF-01AF-488D-90B3-0E4C8F32A901}" destId="{6569122E-60C6-40C7-B2B8-BE88B1EE6080}" srcOrd="1" destOrd="0" parTransId="{3788D512-03EA-4F49-8AD0-45A7763E3085}" sibTransId="{C6C2B306-AD3E-49EE-82ED-E41427BEDE59}"/>
    <dgm:cxn modelId="{6A529343-E0DC-40CA-A4CB-9DF91C80C560}" type="presOf" srcId="{6569122E-60C6-40C7-B2B8-BE88B1EE6080}" destId="{F5925806-0A26-411E-8517-74CB8EFC13D3}" srcOrd="1" destOrd="0" presId="urn:microsoft.com/office/officeart/2005/8/layout/target3"/>
    <dgm:cxn modelId="{E0AA5F53-4DF3-4BDB-AD79-F6F83135A487}" type="presOf" srcId="{24BC6D42-7786-4C3D-9AFA-C03CAF25C777}" destId="{35D3FD88-3F16-4175-A540-FE9B6C542344}" srcOrd="0" destOrd="0" presId="urn:microsoft.com/office/officeart/2005/8/layout/target3"/>
    <dgm:cxn modelId="{A6B2BA59-5D08-440A-B86C-1898F3235210}" srcId="{8B211EFF-01AF-488D-90B3-0E4C8F32A901}" destId="{4C0B108C-AD3C-4E58-AF2F-886F4CFA6366}" srcOrd="2" destOrd="0" parTransId="{508BD431-3DF4-4CD3-BD16-830447C744BA}" sibTransId="{A66BACD1-17CE-4105-8463-2C815565CCCD}"/>
    <dgm:cxn modelId="{FBC5FB96-A098-4B68-85BA-7F2471629688}" type="presOf" srcId="{6569122E-60C6-40C7-B2B8-BE88B1EE6080}" destId="{F1A8CFF1-8218-4A87-BD48-3F6FE2D451A9}" srcOrd="0" destOrd="0" presId="urn:microsoft.com/office/officeart/2005/8/layout/target3"/>
    <dgm:cxn modelId="{6FA15B9E-0A97-4F1C-BEAA-316F1F5D78B1}" type="presOf" srcId="{8B211EFF-01AF-488D-90B3-0E4C8F32A901}" destId="{F202AB07-57D6-4C95-BE3B-F6DB05EF8E48}" srcOrd="0" destOrd="0" presId="urn:microsoft.com/office/officeart/2005/8/layout/target3"/>
    <dgm:cxn modelId="{3C0F2EC2-5670-42C7-984C-CC52A4C8DBFF}" type="presOf" srcId="{4C0B108C-AD3C-4E58-AF2F-886F4CFA6366}" destId="{CE149424-A06E-4E1D-BF07-AEB9EC7603CC}" srcOrd="0" destOrd="0" presId="urn:microsoft.com/office/officeart/2005/8/layout/target3"/>
    <dgm:cxn modelId="{EBE329E8-7E43-4E2E-A747-E73B8AF3A046}" type="presOf" srcId="{4C0B108C-AD3C-4E58-AF2F-886F4CFA6366}" destId="{4AF978A0-E7F9-474D-8835-C5D6CA022F26}" srcOrd="1" destOrd="0" presId="urn:microsoft.com/office/officeart/2005/8/layout/target3"/>
    <dgm:cxn modelId="{42AEABEC-D736-4087-899A-6419275CE672}" type="presOf" srcId="{24BC6D42-7786-4C3D-9AFA-C03CAF25C777}" destId="{7AC50656-D339-4C17-BD35-16197567B268}" srcOrd="1" destOrd="0" presId="urn:microsoft.com/office/officeart/2005/8/layout/target3"/>
    <dgm:cxn modelId="{E2AE8B64-EE53-4DEB-95E3-89DB768100A0}" type="presParOf" srcId="{F202AB07-57D6-4C95-BE3B-F6DB05EF8E48}" destId="{18B8A675-94DF-44A7-B2B5-A5301ECBBE88}" srcOrd="0" destOrd="0" presId="urn:microsoft.com/office/officeart/2005/8/layout/target3"/>
    <dgm:cxn modelId="{3172A023-5651-4AD8-A9A1-F078588EEB16}" type="presParOf" srcId="{F202AB07-57D6-4C95-BE3B-F6DB05EF8E48}" destId="{7CD1CEC1-4632-4D77-A2F8-FF1B7E984EAB}" srcOrd="1" destOrd="0" presId="urn:microsoft.com/office/officeart/2005/8/layout/target3"/>
    <dgm:cxn modelId="{85B1E950-9EE9-40DA-B938-7F643209F725}" type="presParOf" srcId="{F202AB07-57D6-4C95-BE3B-F6DB05EF8E48}" destId="{35D3FD88-3F16-4175-A540-FE9B6C542344}" srcOrd="2" destOrd="0" presId="urn:microsoft.com/office/officeart/2005/8/layout/target3"/>
    <dgm:cxn modelId="{A23FCD62-39E5-48CE-8D7F-4A88044CF706}" type="presParOf" srcId="{F202AB07-57D6-4C95-BE3B-F6DB05EF8E48}" destId="{6B14F376-1523-4B8C-8686-BE67B505D827}" srcOrd="3" destOrd="0" presId="urn:microsoft.com/office/officeart/2005/8/layout/target3"/>
    <dgm:cxn modelId="{1C792947-2862-4930-AEE7-FB11B2160F6C}" type="presParOf" srcId="{F202AB07-57D6-4C95-BE3B-F6DB05EF8E48}" destId="{976D38F8-F1C2-4DA9-B2A3-4AB00D3847C3}" srcOrd="4" destOrd="0" presId="urn:microsoft.com/office/officeart/2005/8/layout/target3"/>
    <dgm:cxn modelId="{CB8CB3AD-8C67-4E27-AD63-EC9DBBCA2DCE}" type="presParOf" srcId="{F202AB07-57D6-4C95-BE3B-F6DB05EF8E48}" destId="{F1A8CFF1-8218-4A87-BD48-3F6FE2D451A9}" srcOrd="5" destOrd="0" presId="urn:microsoft.com/office/officeart/2005/8/layout/target3"/>
    <dgm:cxn modelId="{B6637CDB-1F1C-40B3-96BF-E7E08B9745CB}" type="presParOf" srcId="{F202AB07-57D6-4C95-BE3B-F6DB05EF8E48}" destId="{DAA3F8F1-10CF-4F44-BBFA-039E6EBB4C7E}" srcOrd="6" destOrd="0" presId="urn:microsoft.com/office/officeart/2005/8/layout/target3"/>
    <dgm:cxn modelId="{A326067D-B513-4CA1-91A2-9C104D8A02F2}" type="presParOf" srcId="{F202AB07-57D6-4C95-BE3B-F6DB05EF8E48}" destId="{60434B6A-615A-4947-85DA-DF96A294BC54}" srcOrd="7" destOrd="0" presId="urn:microsoft.com/office/officeart/2005/8/layout/target3"/>
    <dgm:cxn modelId="{E93E4447-9C54-41F7-99D7-0E04E1C6D322}" type="presParOf" srcId="{F202AB07-57D6-4C95-BE3B-F6DB05EF8E48}" destId="{CE149424-A06E-4E1D-BF07-AEB9EC7603CC}" srcOrd="8" destOrd="0" presId="urn:microsoft.com/office/officeart/2005/8/layout/target3"/>
    <dgm:cxn modelId="{C3CE1416-2828-4403-BA52-18A624040893}" type="presParOf" srcId="{F202AB07-57D6-4C95-BE3B-F6DB05EF8E48}" destId="{7AC50656-D339-4C17-BD35-16197567B268}" srcOrd="9" destOrd="0" presId="urn:microsoft.com/office/officeart/2005/8/layout/target3"/>
    <dgm:cxn modelId="{FE35DB8E-22E7-4778-ABF8-BCD222F77DD1}" type="presParOf" srcId="{F202AB07-57D6-4C95-BE3B-F6DB05EF8E48}" destId="{F5925806-0A26-411E-8517-74CB8EFC13D3}" srcOrd="10" destOrd="0" presId="urn:microsoft.com/office/officeart/2005/8/layout/target3"/>
    <dgm:cxn modelId="{984A63E2-2FD6-464B-A106-30FB27589A50}" type="presParOf" srcId="{F202AB07-57D6-4C95-BE3B-F6DB05EF8E48}" destId="{4AF978A0-E7F9-474D-8835-C5D6CA022F26}" srcOrd="11"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0C18CF9-4A5F-4A5E-898E-CCE0612491F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776E64F0-7915-4962-A9DC-347C55B52732}">
      <dgm:prSet/>
      <dgm:spPr/>
      <dgm:t>
        <a:bodyPr/>
        <a:lstStyle/>
        <a:p>
          <a:r>
            <a:rPr lang="en-MY" dirty="0"/>
            <a:t>Rational agents</a:t>
          </a:r>
        </a:p>
      </dgm:t>
    </dgm:pt>
    <dgm:pt modelId="{24613DC1-6E19-40DC-8700-B4CEA542EBE6}" type="parTrans" cxnId="{77D2FE08-488F-4132-9EA4-16D3AF8CB42D}">
      <dgm:prSet/>
      <dgm:spPr/>
      <dgm:t>
        <a:bodyPr/>
        <a:lstStyle/>
        <a:p>
          <a:endParaRPr lang="en-MY"/>
        </a:p>
      </dgm:t>
    </dgm:pt>
    <dgm:pt modelId="{CE2D0813-EAB0-427D-B3D5-B12E00718A9C}" type="sibTrans" cxnId="{77D2FE08-488F-4132-9EA4-16D3AF8CB42D}">
      <dgm:prSet/>
      <dgm:spPr/>
      <dgm:t>
        <a:bodyPr/>
        <a:lstStyle/>
        <a:p>
          <a:endParaRPr lang="en-MY"/>
        </a:p>
      </dgm:t>
    </dgm:pt>
    <dgm:pt modelId="{AF92EBFF-9CB0-44AF-8C78-EA46B812F65A}" type="pres">
      <dgm:prSet presAssocID="{20C18CF9-4A5F-4A5E-898E-CCE0612491F6}" presName="linear" presStyleCnt="0">
        <dgm:presLayoutVars>
          <dgm:animLvl val="lvl"/>
          <dgm:resizeHandles val="exact"/>
        </dgm:presLayoutVars>
      </dgm:prSet>
      <dgm:spPr/>
    </dgm:pt>
    <dgm:pt modelId="{9FC6501D-8CF6-492D-84B0-EB2CC00E3DD7}" type="pres">
      <dgm:prSet presAssocID="{776E64F0-7915-4962-A9DC-347C55B52732}" presName="parentText" presStyleLbl="node1" presStyleIdx="0" presStyleCnt="1">
        <dgm:presLayoutVars>
          <dgm:chMax val="0"/>
          <dgm:bulletEnabled val="1"/>
        </dgm:presLayoutVars>
      </dgm:prSet>
      <dgm:spPr/>
    </dgm:pt>
  </dgm:ptLst>
  <dgm:cxnLst>
    <dgm:cxn modelId="{77D2FE08-488F-4132-9EA4-16D3AF8CB42D}" srcId="{20C18CF9-4A5F-4A5E-898E-CCE0612491F6}" destId="{776E64F0-7915-4962-A9DC-347C55B52732}" srcOrd="0" destOrd="0" parTransId="{24613DC1-6E19-40DC-8700-B4CEA542EBE6}" sibTransId="{CE2D0813-EAB0-427D-B3D5-B12E00718A9C}"/>
    <dgm:cxn modelId="{C6EF9EA6-F95C-431C-914D-78252D533CD0}" type="presOf" srcId="{20C18CF9-4A5F-4A5E-898E-CCE0612491F6}" destId="{AF92EBFF-9CB0-44AF-8C78-EA46B812F65A}" srcOrd="0" destOrd="0" presId="urn:microsoft.com/office/officeart/2005/8/layout/vList2"/>
    <dgm:cxn modelId="{551799F2-D255-4135-AF65-E17A1E4C1113}" type="presOf" srcId="{776E64F0-7915-4962-A9DC-347C55B52732}" destId="{9FC6501D-8CF6-492D-84B0-EB2CC00E3DD7}" srcOrd="0" destOrd="0" presId="urn:microsoft.com/office/officeart/2005/8/layout/vList2"/>
    <dgm:cxn modelId="{E8804EF8-4474-43D7-93D9-016114257381}" type="presParOf" srcId="{AF92EBFF-9CB0-44AF-8C78-EA46B812F65A}" destId="{9FC6501D-8CF6-492D-84B0-EB2CC00E3DD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0FFDB3B-B9A0-43F6-B78B-256766F17C86}"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Y"/>
        </a:p>
      </dgm:t>
    </dgm:pt>
    <dgm:pt modelId="{E74B5402-9ADB-42C1-BA77-08C980029B25}">
      <dgm:prSet/>
      <dgm:spPr/>
      <dgm:t>
        <a:bodyPr/>
        <a:lstStyle/>
        <a:p>
          <a:r>
            <a:rPr lang="en-MY"/>
            <a:t>Rational Agent: For each possible percept sequence, a rational agent should select an action that is expected to maximize its performance measure, given the evidence provided by the percept sequence and whatever built-in knowledge the agent has.</a:t>
          </a:r>
        </a:p>
      </dgm:t>
    </dgm:pt>
    <dgm:pt modelId="{7D07EB01-7AD4-4AA5-8D9A-D47448EBADB8}" type="parTrans" cxnId="{2DDFEC7C-ECE3-4F06-96DE-682533083977}">
      <dgm:prSet/>
      <dgm:spPr/>
      <dgm:t>
        <a:bodyPr/>
        <a:lstStyle/>
        <a:p>
          <a:endParaRPr lang="en-MY"/>
        </a:p>
      </dgm:t>
    </dgm:pt>
    <dgm:pt modelId="{5B512919-5FEB-4334-AAC6-A1036FE2E0BA}" type="sibTrans" cxnId="{2DDFEC7C-ECE3-4F06-96DE-682533083977}">
      <dgm:prSet/>
      <dgm:spPr/>
      <dgm:t>
        <a:bodyPr/>
        <a:lstStyle/>
        <a:p>
          <a:endParaRPr lang="en-MY"/>
        </a:p>
      </dgm:t>
    </dgm:pt>
    <dgm:pt modelId="{00AD9C0B-A441-4319-947D-807572B1CC91}" type="pres">
      <dgm:prSet presAssocID="{20FFDB3B-B9A0-43F6-B78B-256766F17C86}" presName="Name0" presStyleCnt="0">
        <dgm:presLayoutVars>
          <dgm:chMax val="7"/>
          <dgm:dir/>
          <dgm:animLvl val="lvl"/>
          <dgm:resizeHandles val="exact"/>
        </dgm:presLayoutVars>
      </dgm:prSet>
      <dgm:spPr/>
    </dgm:pt>
    <dgm:pt modelId="{C2AAAD8D-049C-4F93-B4AB-CBADE578544A}" type="pres">
      <dgm:prSet presAssocID="{E74B5402-9ADB-42C1-BA77-08C980029B25}" presName="circle1" presStyleLbl="node1" presStyleIdx="0" presStyleCnt="1"/>
      <dgm:spPr/>
    </dgm:pt>
    <dgm:pt modelId="{64197E46-C0EF-414A-BA05-0642C29A5363}" type="pres">
      <dgm:prSet presAssocID="{E74B5402-9ADB-42C1-BA77-08C980029B25}" presName="space" presStyleCnt="0"/>
      <dgm:spPr/>
    </dgm:pt>
    <dgm:pt modelId="{B703BC75-9332-4CE4-9E2A-D3E7315CE684}" type="pres">
      <dgm:prSet presAssocID="{E74B5402-9ADB-42C1-BA77-08C980029B25}" presName="rect1" presStyleLbl="alignAcc1" presStyleIdx="0" presStyleCnt="1"/>
      <dgm:spPr/>
    </dgm:pt>
    <dgm:pt modelId="{D7D2773E-5A73-485F-84A2-3C9DC3EE455F}" type="pres">
      <dgm:prSet presAssocID="{E74B5402-9ADB-42C1-BA77-08C980029B25}" presName="rect1ParTxNoCh" presStyleLbl="alignAcc1" presStyleIdx="0" presStyleCnt="1">
        <dgm:presLayoutVars>
          <dgm:chMax val="1"/>
          <dgm:bulletEnabled val="1"/>
        </dgm:presLayoutVars>
      </dgm:prSet>
      <dgm:spPr/>
    </dgm:pt>
  </dgm:ptLst>
  <dgm:cxnLst>
    <dgm:cxn modelId="{826AB942-5F5C-4B2B-93E6-0ABC2F68987B}" type="presOf" srcId="{E74B5402-9ADB-42C1-BA77-08C980029B25}" destId="{D7D2773E-5A73-485F-84A2-3C9DC3EE455F}" srcOrd="1" destOrd="0" presId="urn:microsoft.com/office/officeart/2005/8/layout/target3"/>
    <dgm:cxn modelId="{2DDFEC7C-ECE3-4F06-96DE-682533083977}" srcId="{20FFDB3B-B9A0-43F6-B78B-256766F17C86}" destId="{E74B5402-9ADB-42C1-BA77-08C980029B25}" srcOrd="0" destOrd="0" parTransId="{7D07EB01-7AD4-4AA5-8D9A-D47448EBADB8}" sibTransId="{5B512919-5FEB-4334-AAC6-A1036FE2E0BA}"/>
    <dgm:cxn modelId="{913AAAC4-4023-410D-8BC8-FB72761CE976}" type="presOf" srcId="{20FFDB3B-B9A0-43F6-B78B-256766F17C86}" destId="{00AD9C0B-A441-4319-947D-807572B1CC91}" srcOrd="0" destOrd="0" presId="urn:microsoft.com/office/officeart/2005/8/layout/target3"/>
    <dgm:cxn modelId="{2DD7D1D2-8506-437E-93B5-8DF134F925FE}" type="presOf" srcId="{E74B5402-9ADB-42C1-BA77-08C980029B25}" destId="{B703BC75-9332-4CE4-9E2A-D3E7315CE684}" srcOrd="0" destOrd="0" presId="urn:microsoft.com/office/officeart/2005/8/layout/target3"/>
    <dgm:cxn modelId="{61103CB4-7A32-4B82-94B1-89750DF5491C}" type="presParOf" srcId="{00AD9C0B-A441-4319-947D-807572B1CC91}" destId="{C2AAAD8D-049C-4F93-B4AB-CBADE578544A}" srcOrd="0" destOrd="0" presId="urn:microsoft.com/office/officeart/2005/8/layout/target3"/>
    <dgm:cxn modelId="{7641694A-04D1-4C59-A7AA-4D94076E0773}" type="presParOf" srcId="{00AD9C0B-A441-4319-947D-807572B1CC91}" destId="{64197E46-C0EF-414A-BA05-0642C29A5363}" srcOrd="1" destOrd="0" presId="urn:microsoft.com/office/officeart/2005/8/layout/target3"/>
    <dgm:cxn modelId="{C2498EA8-DAAF-4164-8CBC-50C64ED24AB1}" type="presParOf" srcId="{00AD9C0B-A441-4319-947D-807572B1CC91}" destId="{B703BC75-9332-4CE4-9E2A-D3E7315CE684}" srcOrd="2" destOrd="0" presId="urn:microsoft.com/office/officeart/2005/8/layout/target3"/>
    <dgm:cxn modelId="{615E9EF5-5F8F-4160-A604-FECB80E1DD84}" type="presParOf" srcId="{00AD9C0B-A441-4319-947D-807572B1CC91}" destId="{D7D2773E-5A73-485F-84A2-3C9DC3EE455F}" srcOrd="3"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542C211-A492-47E7-A16A-13D3B56057F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4FDAFBC0-C348-4E2E-8E8B-96FD8CF37B16}">
      <dgm:prSet custT="1"/>
      <dgm:spPr/>
      <dgm:t>
        <a:bodyPr/>
        <a:lstStyle/>
        <a:p>
          <a:r>
            <a:rPr lang="en-MY" sz="5100" dirty="0"/>
            <a:t>Rational agents</a:t>
          </a:r>
        </a:p>
      </dgm:t>
    </dgm:pt>
    <dgm:pt modelId="{D54DDFD4-86FE-485C-97AE-38D3E8ED1924}" type="parTrans" cxnId="{78FCFB82-2C47-47A1-B091-EBC060B98255}">
      <dgm:prSet/>
      <dgm:spPr/>
      <dgm:t>
        <a:bodyPr/>
        <a:lstStyle/>
        <a:p>
          <a:endParaRPr lang="en-MY"/>
        </a:p>
      </dgm:t>
    </dgm:pt>
    <dgm:pt modelId="{7498E88C-CD4F-48D7-84BD-DED56168663B}" type="sibTrans" cxnId="{78FCFB82-2C47-47A1-B091-EBC060B98255}">
      <dgm:prSet/>
      <dgm:spPr/>
      <dgm:t>
        <a:bodyPr/>
        <a:lstStyle/>
        <a:p>
          <a:endParaRPr lang="en-MY"/>
        </a:p>
      </dgm:t>
    </dgm:pt>
    <dgm:pt modelId="{C704CF7C-8C9C-40D1-A2F5-3E34B4EAC844}" type="pres">
      <dgm:prSet presAssocID="{7542C211-A492-47E7-A16A-13D3B56057FA}" presName="linear" presStyleCnt="0">
        <dgm:presLayoutVars>
          <dgm:animLvl val="lvl"/>
          <dgm:resizeHandles val="exact"/>
        </dgm:presLayoutVars>
      </dgm:prSet>
      <dgm:spPr/>
    </dgm:pt>
    <dgm:pt modelId="{1E703428-FD8C-4F72-BC38-8150113B7069}" type="pres">
      <dgm:prSet presAssocID="{4FDAFBC0-C348-4E2E-8E8B-96FD8CF37B16}" presName="parentText" presStyleLbl="node1" presStyleIdx="0" presStyleCnt="1" custLinFactNeighborX="-1024" custLinFactNeighborY="-4757">
        <dgm:presLayoutVars>
          <dgm:chMax val="0"/>
          <dgm:bulletEnabled val="1"/>
        </dgm:presLayoutVars>
      </dgm:prSet>
      <dgm:spPr/>
    </dgm:pt>
  </dgm:ptLst>
  <dgm:cxnLst>
    <dgm:cxn modelId="{3B6D490B-3745-4632-9582-985FCC33E651}" type="presOf" srcId="{4FDAFBC0-C348-4E2E-8E8B-96FD8CF37B16}" destId="{1E703428-FD8C-4F72-BC38-8150113B7069}" srcOrd="0" destOrd="0" presId="urn:microsoft.com/office/officeart/2005/8/layout/vList2"/>
    <dgm:cxn modelId="{9FD76934-60CB-4526-96CE-2720FC2BF054}" type="presOf" srcId="{7542C211-A492-47E7-A16A-13D3B56057FA}" destId="{C704CF7C-8C9C-40D1-A2F5-3E34B4EAC844}" srcOrd="0" destOrd="0" presId="urn:microsoft.com/office/officeart/2005/8/layout/vList2"/>
    <dgm:cxn modelId="{78FCFB82-2C47-47A1-B091-EBC060B98255}" srcId="{7542C211-A492-47E7-A16A-13D3B56057FA}" destId="{4FDAFBC0-C348-4E2E-8E8B-96FD8CF37B16}" srcOrd="0" destOrd="0" parTransId="{D54DDFD4-86FE-485C-97AE-38D3E8ED1924}" sibTransId="{7498E88C-CD4F-48D7-84BD-DED56168663B}"/>
    <dgm:cxn modelId="{707B773B-74B2-42A0-8811-666AABADF84D}" type="presParOf" srcId="{C704CF7C-8C9C-40D1-A2F5-3E34B4EAC844}" destId="{1E703428-FD8C-4F72-BC38-8150113B706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8402BB5-6F7E-46D3-828F-8B4143CF74E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MY"/>
        </a:p>
      </dgm:t>
    </dgm:pt>
    <dgm:pt modelId="{77377BC0-D4F1-4B3A-8BEE-51F8DD0A775E}">
      <dgm:prSet/>
      <dgm:spPr/>
      <dgm:t>
        <a:bodyPr/>
        <a:lstStyle/>
        <a:p>
          <a:r>
            <a:rPr lang="en-MY"/>
            <a:t>Rationality is distinct from omniscience (all-knowing with infinite knowledge)</a:t>
          </a:r>
        </a:p>
      </dgm:t>
    </dgm:pt>
    <dgm:pt modelId="{75E16723-F6B8-4F5B-9D7E-7FF5D04C0F8A}" type="parTrans" cxnId="{62BFFF83-AFF3-40D9-8BBB-1EB6853782BB}">
      <dgm:prSet/>
      <dgm:spPr/>
      <dgm:t>
        <a:bodyPr/>
        <a:lstStyle/>
        <a:p>
          <a:endParaRPr lang="en-MY"/>
        </a:p>
      </dgm:t>
    </dgm:pt>
    <dgm:pt modelId="{4ACCEDFF-F823-423F-9C4C-3487A1A49BDB}" type="sibTrans" cxnId="{62BFFF83-AFF3-40D9-8BBB-1EB6853782BB}">
      <dgm:prSet/>
      <dgm:spPr/>
      <dgm:t>
        <a:bodyPr/>
        <a:lstStyle/>
        <a:p>
          <a:endParaRPr lang="en-MY"/>
        </a:p>
      </dgm:t>
    </dgm:pt>
    <dgm:pt modelId="{C8EBEA2C-5D8E-45E8-A075-E8EFE227BEE1}">
      <dgm:prSet/>
      <dgm:spPr/>
      <dgm:t>
        <a:bodyPr/>
        <a:lstStyle/>
        <a:p>
          <a:r>
            <a:rPr lang="en-MY" dirty="0"/>
            <a:t>Agents can perform actions in order to modify future precepts so as to obtain useful information (information gathering, exploration)</a:t>
          </a:r>
        </a:p>
      </dgm:t>
    </dgm:pt>
    <dgm:pt modelId="{83072B33-4FDD-45C1-81B7-B29E52622D0E}" type="parTrans" cxnId="{C5A623F7-CADC-465B-9612-962EA651A13B}">
      <dgm:prSet/>
      <dgm:spPr/>
      <dgm:t>
        <a:bodyPr/>
        <a:lstStyle/>
        <a:p>
          <a:endParaRPr lang="en-MY"/>
        </a:p>
      </dgm:t>
    </dgm:pt>
    <dgm:pt modelId="{0AFE7291-0C40-4B7E-B93E-00883A0B58C4}" type="sibTrans" cxnId="{C5A623F7-CADC-465B-9612-962EA651A13B}">
      <dgm:prSet/>
      <dgm:spPr/>
      <dgm:t>
        <a:bodyPr/>
        <a:lstStyle/>
        <a:p>
          <a:endParaRPr lang="en-MY"/>
        </a:p>
      </dgm:t>
    </dgm:pt>
    <dgm:pt modelId="{021249BC-2C31-452B-B573-255AC39BDF3C}">
      <dgm:prSet/>
      <dgm:spPr/>
      <dgm:t>
        <a:bodyPr/>
        <a:lstStyle/>
        <a:p>
          <a:r>
            <a:rPr lang="en-MY" dirty="0"/>
            <a:t>An agent is autonomous if its behaviour is determined by its own experience (with ability to learn and adapt)</a:t>
          </a:r>
        </a:p>
      </dgm:t>
    </dgm:pt>
    <dgm:pt modelId="{AF778124-A6D8-4AAA-BD54-E841D56DDD9D}" type="parTrans" cxnId="{FD7657B9-0C49-4229-A7FA-D1378971DD2B}">
      <dgm:prSet/>
      <dgm:spPr/>
      <dgm:t>
        <a:bodyPr/>
        <a:lstStyle/>
        <a:p>
          <a:endParaRPr lang="en-MY"/>
        </a:p>
      </dgm:t>
    </dgm:pt>
    <dgm:pt modelId="{A6FE18D9-4BB9-4E69-BC81-5C7FDD2C4DC4}" type="sibTrans" cxnId="{FD7657B9-0C49-4229-A7FA-D1378971DD2B}">
      <dgm:prSet/>
      <dgm:spPr/>
      <dgm:t>
        <a:bodyPr/>
        <a:lstStyle/>
        <a:p>
          <a:endParaRPr lang="en-MY"/>
        </a:p>
      </dgm:t>
    </dgm:pt>
    <dgm:pt modelId="{9BEADDE7-13B1-412D-9401-0602D6CC9A4A}" type="pres">
      <dgm:prSet presAssocID="{B8402BB5-6F7E-46D3-828F-8B4143CF74E5}" presName="Name0" presStyleCnt="0">
        <dgm:presLayoutVars>
          <dgm:dir/>
          <dgm:resizeHandles val="exact"/>
        </dgm:presLayoutVars>
      </dgm:prSet>
      <dgm:spPr/>
    </dgm:pt>
    <dgm:pt modelId="{8968F398-4606-4254-BE73-F93E974FB5F4}" type="pres">
      <dgm:prSet presAssocID="{77377BC0-D4F1-4B3A-8BEE-51F8DD0A775E}" presName="node" presStyleLbl="node1" presStyleIdx="0" presStyleCnt="3">
        <dgm:presLayoutVars>
          <dgm:bulletEnabled val="1"/>
        </dgm:presLayoutVars>
      </dgm:prSet>
      <dgm:spPr/>
    </dgm:pt>
    <dgm:pt modelId="{73064EB5-BA36-4F97-9CCE-277AAA9E8961}" type="pres">
      <dgm:prSet presAssocID="{4ACCEDFF-F823-423F-9C4C-3487A1A49BDB}" presName="sibTrans" presStyleLbl="sibTrans2D1" presStyleIdx="0" presStyleCnt="2"/>
      <dgm:spPr/>
    </dgm:pt>
    <dgm:pt modelId="{0270F6F6-7FE2-47BE-BFF4-88DFF3A18CBA}" type="pres">
      <dgm:prSet presAssocID="{4ACCEDFF-F823-423F-9C4C-3487A1A49BDB}" presName="connectorText" presStyleLbl="sibTrans2D1" presStyleIdx="0" presStyleCnt="2"/>
      <dgm:spPr/>
    </dgm:pt>
    <dgm:pt modelId="{A614B593-BFDE-4044-AAD3-2DDE2822B778}" type="pres">
      <dgm:prSet presAssocID="{C8EBEA2C-5D8E-45E8-A075-E8EFE227BEE1}" presName="node" presStyleLbl="node1" presStyleIdx="1" presStyleCnt="3">
        <dgm:presLayoutVars>
          <dgm:bulletEnabled val="1"/>
        </dgm:presLayoutVars>
      </dgm:prSet>
      <dgm:spPr/>
    </dgm:pt>
    <dgm:pt modelId="{CF9111EA-E3DB-4BCA-A544-0AB627E03DBD}" type="pres">
      <dgm:prSet presAssocID="{0AFE7291-0C40-4B7E-B93E-00883A0B58C4}" presName="sibTrans" presStyleLbl="sibTrans2D1" presStyleIdx="1" presStyleCnt="2"/>
      <dgm:spPr/>
    </dgm:pt>
    <dgm:pt modelId="{7324B839-0707-46E6-8DCD-A606128F5BE3}" type="pres">
      <dgm:prSet presAssocID="{0AFE7291-0C40-4B7E-B93E-00883A0B58C4}" presName="connectorText" presStyleLbl="sibTrans2D1" presStyleIdx="1" presStyleCnt="2"/>
      <dgm:spPr/>
    </dgm:pt>
    <dgm:pt modelId="{30BD2552-F153-4013-840F-6B2B82034687}" type="pres">
      <dgm:prSet presAssocID="{021249BC-2C31-452B-B573-255AC39BDF3C}" presName="node" presStyleLbl="node1" presStyleIdx="2" presStyleCnt="3">
        <dgm:presLayoutVars>
          <dgm:bulletEnabled val="1"/>
        </dgm:presLayoutVars>
      </dgm:prSet>
      <dgm:spPr/>
    </dgm:pt>
  </dgm:ptLst>
  <dgm:cxnLst>
    <dgm:cxn modelId="{7978EA00-BA4A-4D29-B9A5-F19919383229}" type="presOf" srcId="{B8402BB5-6F7E-46D3-828F-8B4143CF74E5}" destId="{9BEADDE7-13B1-412D-9401-0602D6CC9A4A}" srcOrd="0" destOrd="0" presId="urn:microsoft.com/office/officeart/2005/8/layout/process1"/>
    <dgm:cxn modelId="{859F3007-ECFC-4AAA-B4BE-FA7260BE2916}" type="presOf" srcId="{4ACCEDFF-F823-423F-9C4C-3487A1A49BDB}" destId="{73064EB5-BA36-4F97-9CCE-277AAA9E8961}" srcOrd="0" destOrd="0" presId="urn:microsoft.com/office/officeart/2005/8/layout/process1"/>
    <dgm:cxn modelId="{162F6B1A-0A92-4214-A0E0-8459CE78EB14}" type="presOf" srcId="{C8EBEA2C-5D8E-45E8-A075-E8EFE227BEE1}" destId="{A614B593-BFDE-4044-AAD3-2DDE2822B778}" srcOrd="0" destOrd="0" presId="urn:microsoft.com/office/officeart/2005/8/layout/process1"/>
    <dgm:cxn modelId="{3D31541D-DFC5-4AA2-885C-E2EA4419EAEE}" type="presOf" srcId="{0AFE7291-0C40-4B7E-B93E-00883A0B58C4}" destId="{7324B839-0707-46E6-8DCD-A606128F5BE3}" srcOrd="1" destOrd="0" presId="urn:microsoft.com/office/officeart/2005/8/layout/process1"/>
    <dgm:cxn modelId="{929ED039-DBB6-4D1C-8819-18A39F55D4CB}" type="presOf" srcId="{4ACCEDFF-F823-423F-9C4C-3487A1A49BDB}" destId="{0270F6F6-7FE2-47BE-BFF4-88DFF3A18CBA}" srcOrd="1" destOrd="0" presId="urn:microsoft.com/office/officeart/2005/8/layout/process1"/>
    <dgm:cxn modelId="{4D44F452-2A6B-40B3-9943-D5DD95B509F2}" type="presOf" srcId="{0AFE7291-0C40-4B7E-B93E-00883A0B58C4}" destId="{CF9111EA-E3DB-4BCA-A544-0AB627E03DBD}" srcOrd="0" destOrd="0" presId="urn:microsoft.com/office/officeart/2005/8/layout/process1"/>
    <dgm:cxn modelId="{62BFFF83-AFF3-40D9-8BBB-1EB6853782BB}" srcId="{B8402BB5-6F7E-46D3-828F-8B4143CF74E5}" destId="{77377BC0-D4F1-4B3A-8BEE-51F8DD0A775E}" srcOrd="0" destOrd="0" parTransId="{75E16723-F6B8-4F5B-9D7E-7FF5D04C0F8A}" sibTransId="{4ACCEDFF-F823-423F-9C4C-3487A1A49BDB}"/>
    <dgm:cxn modelId="{A59E9092-86BE-4FC3-9BCA-72F5E79AC19D}" type="presOf" srcId="{021249BC-2C31-452B-B573-255AC39BDF3C}" destId="{30BD2552-F153-4013-840F-6B2B82034687}" srcOrd="0" destOrd="0" presId="urn:microsoft.com/office/officeart/2005/8/layout/process1"/>
    <dgm:cxn modelId="{FD7657B9-0C49-4229-A7FA-D1378971DD2B}" srcId="{B8402BB5-6F7E-46D3-828F-8B4143CF74E5}" destId="{021249BC-2C31-452B-B573-255AC39BDF3C}" srcOrd="2" destOrd="0" parTransId="{AF778124-A6D8-4AAA-BD54-E841D56DDD9D}" sibTransId="{A6FE18D9-4BB9-4E69-BC81-5C7FDD2C4DC4}"/>
    <dgm:cxn modelId="{C5A623F7-CADC-465B-9612-962EA651A13B}" srcId="{B8402BB5-6F7E-46D3-828F-8B4143CF74E5}" destId="{C8EBEA2C-5D8E-45E8-A075-E8EFE227BEE1}" srcOrd="1" destOrd="0" parTransId="{83072B33-4FDD-45C1-81B7-B29E52622D0E}" sibTransId="{0AFE7291-0C40-4B7E-B93E-00883A0B58C4}"/>
    <dgm:cxn modelId="{E77FFDF7-FD2F-40B6-BCFD-F9EBBB8B3CD6}" type="presOf" srcId="{77377BC0-D4F1-4B3A-8BEE-51F8DD0A775E}" destId="{8968F398-4606-4254-BE73-F93E974FB5F4}" srcOrd="0" destOrd="0" presId="urn:microsoft.com/office/officeart/2005/8/layout/process1"/>
    <dgm:cxn modelId="{017BC181-0EF7-4D78-9527-6C5F99A7C082}" type="presParOf" srcId="{9BEADDE7-13B1-412D-9401-0602D6CC9A4A}" destId="{8968F398-4606-4254-BE73-F93E974FB5F4}" srcOrd="0" destOrd="0" presId="urn:microsoft.com/office/officeart/2005/8/layout/process1"/>
    <dgm:cxn modelId="{C068BA30-99EA-4132-A91E-20453264EC37}" type="presParOf" srcId="{9BEADDE7-13B1-412D-9401-0602D6CC9A4A}" destId="{73064EB5-BA36-4F97-9CCE-277AAA9E8961}" srcOrd="1" destOrd="0" presId="urn:microsoft.com/office/officeart/2005/8/layout/process1"/>
    <dgm:cxn modelId="{C3506C90-E1A1-4B3D-9B03-5C8F141E1C57}" type="presParOf" srcId="{73064EB5-BA36-4F97-9CCE-277AAA9E8961}" destId="{0270F6F6-7FE2-47BE-BFF4-88DFF3A18CBA}" srcOrd="0" destOrd="0" presId="urn:microsoft.com/office/officeart/2005/8/layout/process1"/>
    <dgm:cxn modelId="{DAC4A76B-6250-4CF5-8AD9-22BF5DE09E29}" type="presParOf" srcId="{9BEADDE7-13B1-412D-9401-0602D6CC9A4A}" destId="{A614B593-BFDE-4044-AAD3-2DDE2822B778}" srcOrd="2" destOrd="0" presId="urn:microsoft.com/office/officeart/2005/8/layout/process1"/>
    <dgm:cxn modelId="{D6E2100A-8349-482C-A0C9-ABD007A54C36}" type="presParOf" srcId="{9BEADDE7-13B1-412D-9401-0602D6CC9A4A}" destId="{CF9111EA-E3DB-4BCA-A544-0AB627E03DBD}" srcOrd="3" destOrd="0" presId="urn:microsoft.com/office/officeart/2005/8/layout/process1"/>
    <dgm:cxn modelId="{AEEE41B5-C3A9-43CF-A30C-8136D52B54BF}" type="presParOf" srcId="{CF9111EA-E3DB-4BCA-A544-0AB627E03DBD}" destId="{7324B839-0707-46E6-8DCD-A606128F5BE3}" srcOrd="0" destOrd="0" presId="urn:microsoft.com/office/officeart/2005/8/layout/process1"/>
    <dgm:cxn modelId="{B4BEC379-3718-4D4B-BB27-27A4AEC2129F}" type="presParOf" srcId="{9BEADDE7-13B1-412D-9401-0602D6CC9A4A}" destId="{30BD2552-F153-4013-840F-6B2B82034687}"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144E98B-CC95-4142-9A2B-8313D505749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BE526DAD-9F20-4232-A086-36EEC06981D6}">
      <dgm:prSet custT="1"/>
      <dgm:spPr/>
      <dgm:t>
        <a:bodyPr/>
        <a:lstStyle/>
        <a:p>
          <a:r>
            <a:rPr lang="en-MY" sz="5400" dirty="0"/>
            <a:t>PEAS</a:t>
          </a:r>
        </a:p>
      </dgm:t>
    </dgm:pt>
    <dgm:pt modelId="{CEF91A4C-209B-4546-BBD3-CA9F1499D318}" type="parTrans" cxnId="{B2CF805F-280E-4B0D-83AA-DA04118FAFC2}">
      <dgm:prSet/>
      <dgm:spPr/>
      <dgm:t>
        <a:bodyPr/>
        <a:lstStyle/>
        <a:p>
          <a:endParaRPr lang="en-MY"/>
        </a:p>
      </dgm:t>
    </dgm:pt>
    <dgm:pt modelId="{CFDC280F-4E5F-46A7-837B-1441BC68E2F3}" type="sibTrans" cxnId="{B2CF805F-280E-4B0D-83AA-DA04118FAFC2}">
      <dgm:prSet/>
      <dgm:spPr/>
      <dgm:t>
        <a:bodyPr/>
        <a:lstStyle/>
        <a:p>
          <a:endParaRPr lang="en-MY"/>
        </a:p>
      </dgm:t>
    </dgm:pt>
    <dgm:pt modelId="{7CB54196-6A9E-43CE-81A8-9529491EBDF6}" type="pres">
      <dgm:prSet presAssocID="{2144E98B-CC95-4142-9A2B-8313D5057496}" presName="linear" presStyleCnt="0">
        <dgm:presLayoutVars>
          <dgm:animLvl val="lvl"/>
          <dgm:resizeHandles val="exact"/>
        </dgm:presLayoutVars>
      </dgm:prSet>
      <dgm:spPr/>
    </dgm:pt>
    <dgm:pt modelId="{DC9DB5F3-6AF4-45F4-8B89-11E18019299D}" type="pres">
      <dgm:prSet presAssocID="{BE526DAD-9F20-4232-A086-36EEC06981D6}" presName="parentText" presStyleLbl="node1" presStyleIdx="0" presStyleCnt="1">
        <dgm:presLayoutVars>
          <dgm:chMax val="0"/>
          <dgm:bulletEnabled val="1"/>
        </dgm:presLayoutVars>
      </dgm:prSet>
      <dgm:spPr/>
    </dgm:pt>
  </dgm:ptLst>
  <dgm:cxnLst>
    <dgm:cxn modelId="{B2CF805F-280E-4B0D-83AA-DA04118FAFC2}" srcId="{2144E98B-CC95-4142-9A2B-8313D5057496}" destId="{BE526DAD-9F20-4232-A086-36EEC06981D6}" srcOrd="0" destOrd="0" parTransId="{CEF91A4C-209B-4546-BBD3-CA9F1499D318}" sibTransId="{CFDC280F-4E5F-46A7-837B-1441BC68E2F3}"/>
    <dgm:cxn modelId="{3E7E684A-F593-437E-BBDC-163C15CF51DB}" type="presOf" srcId="{2144E98B-CC95-4142-9A2B-8313D5057496}" destId="{7CB54196-6A9E-43CE-81A8-9529491EBDF6}" srcOrd="0" destOrd="0" presId="urn:microsoft.com/office/officeart/2005/8/layout/vList2"/>
    <dgm:cxn modelId="{30031AB5-777E-401A-AF42-95CA12F8B3DD}" type="presOf" srcId="{BE526DAD-9F20-4232-A086-36EEC06981D6}" destId="{DC9DB5F3-6AF4-45F4-8B89-11E18019299D}" srcOrd="0" destOrd="0" presId="urn:microsoft.com/office/officeart/2005/8/layout/vList2"/>
    <dgm:cxn modelId="{C116BDCF-BD65-4AF6-90D0-068911ECA40A}" type="presParOf" srcId="{7CB54196-6A9E-43CE-81A8-9529491EBDF6}" destId="{DC9DB5F3-6AF4-45F4-8B89-11E18019299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51D830B-35A7-462F-BFFF-8509C790D126}"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MY"/>
        </a:p>
      </dgm:t>
    </dgm:pt>
    <dgm:pt modelId="{F45D9507-9C12-4979-AD00-774703219761}">
      <dgm:prSet/>
      <dgm:spPr/>
      <dgm:t>
        <a:bodyPr/>
        <a:lstStyle/>
        <a:p>
          <a:r>
            <a:rPr lang="en-MY"/>
            <a:t>PEAS: Performance measure, Environment, Actuators, Sensors</a:t>
          </a:r>
        </a:p>
      </dgm:t>
    </dgm:pt>
    <dgm:pt modelId="{E9145B49-19C3-494A-9B72-3451C92EA6F2}" type="parTrans" cxnId="{2E87051A-139B-4C62-8D19-0FCD7D487FDD}">
      <dgm:prSet/>
      <dgm:spPr/>
      <dgm:t>
        <a:bodyPr/>
        <a:lstStyle/>
        <a:p>
          <a:endParaRPr lang="en-MY"/>
        </a:p>
      </dgm:t>
    </dgm:pt>
    <dgm:pt modelId="{005DA571-7828-4299-AD47-1D0482684C1C}" type="sibTrans" cxnId="{2E87051A-139B-4C62-8D19-0FCD7D487FDD}">
      <dgm:prSet/>
      <dgm:spPr/>
      <dgm:t>
        <a:bodyPr/>
        <a:lstStyle/>
        <a:p>
          <a:endParaRPr lang="en-MY"/>
        </a:p>
      </dgm:t>
    </dgm:pt>
    <dgm:pt modelId="{5607B469-42CF-4690-9A65-8568B92F7333}">
      <dgm:prSet/>
      <dgm:spPr/>
      <dgm:t>
        <a:bodyPr/>
        <a:lstStyle/>
        <a:p>
          <a:r>
            <a:rPr lang="en-MY"/>
            <a:t>Must first specify the setting for intelligent agent design</a:t>
          </a:r>
        </a:p>
      </dgm:t>
    </dgm:pt>
    <dgm:pt modelId="{9E57DAE7-2402-4B8D-86C4-A3EE9B467971}" type="parTrans" cxnId="{D410932B-D77A-4F2D-8287-A5DF96FD2378}">
      <dgm:prSet/>
      <dgm:spPr/>
      <dgm:t>
        <a:bodyPr/>
        <a:lstStyle/>
        <a:p>
          <a:endParaRPr lang="en-MY"/>
        </a:p>
      </dgm:t>
    </dgm:pt>
    <dgm:pt modelId="{5F6ECEAA-4F1B-4CF8-A02B-28BCDBCE424C}" type="sibTrans" cxnId="{D410932B-D77A-4F2D-8287-A5DF96FD2378}">
      <dgm:prSet/>
      <dgm:spPr/>
      <dgm:t>
        <a:bodyPr/>
        <a:lstStyle/>
        <a:p>
          <a:endParaRPr lang="en-MY"/>
        </a:p>
      </dgm:t>
    </dgm:pt>
    <dgm:pt modelId="{94EBC26E-7540-40D5-88D4-6A5FAD1845AF}">
      <dgm:prSet/>
      <dgm:spPr/>
      <dgm:t>
        <a:bodyPr/>
        <a:lstStyle/>
        <a:p>
          <a:r>
            <a:rPr lang="en-MY"/>
            <a:t>Consider, e.g., the task of designing an automated taxi driver:</a:t>
          </a:r>
        </a:p>
      </dgm:t>
    </dgm:pt>
    <dgm:pt modelId="{4FB718B0-B948-44F5-A61B-79778A0D1FE1}" type="parTrans" cxnId="{6FF6A657-808A-4430-AA29-E3B676A21A91}">
      <dgm:prSet/>
      <dgm:spPr/>
      <dgm:t>
        <a:bodyPr/>
        <a:lstStyle/>
        <a:p>
          <a:endParaRPr lang="en-MY"/>
        </a:p>
      </dgm:t>
    </dgm:pt>
    <dgm:pt modelId="{7E63B86B-9ECF-48FC-85AC-CA62955B87B5}" type="sibTrans" cxnId="{6FF6A657-808A-4430-AA29-E3B676A21A91}">
      <dgm:prSet/>
      <dgm:spPr/>
      <dgm:t>
        <a:bodyPr/>
        <a:lstStyle/>
        <a:p>
          <a:endParaRPr lang="en-MY"/>
        </a:p>
      </dgm:t>
    </dgm:pt>
    <dgm:pt modelId="{039DD76E-7CB9-4F6D-896D-05FF7C0D2C03}">
      <dgm:prSet/>
      <dgm:spPr/>
      <dgm:t>
        <a:bodyPr/>
        <a:lstStyle/>
        <a:p>
          <a:r>
            <a:rPr lang="en-MY" dirty="0"/>
            <a:t>Performance measure</a:t>
          </a:r>
        </a:p>
      </dgm:t>
    </dgm:pt>
    <dgm:pt modelId="{6CE67BE4-EE11-4BD5-B6C8-9D482B052DF8}" type="parTrans" cxnId="{3958A55B-0A4A-41A6-AEE2-6B36249ED5B8}">
      <dgm:prSet/>
      <dgm:spPr/>
      <dgm:t>
        <a:bodyPr/>
        <a:lstStyle/>
        <a:p>
          <a:endParaRPr lang="en-MY"/>
        </a:p>
      </dgm:t>
    </dgm:pt>
    <dgm:pt modelId="{A54B3D05-1D37-4256-893C-299F523D096A}" type="sibTrans" cxnId="{3958A55B-0A4A-41A6-AEE2-6B36249ED5B8}">
      <dgm:prSet/>
      <dgm:spPr/>
      <dgm:t>
        <a:bodyPr/>
        <a:lstStyle/>
        <a:p>
          <a:endParaRPr lang="en-MY"/>
        </a:p>
      </dgm:t>
    </dgm:pt>
    <dgm:pt modelId="{5845EDA7-64E0-402C-B31D-F0C9A0BBB05A}">
      <dgm:prSet/>
      <dgm:spPr/>
      <dgm:t>
        <a:bodyPr/>
        <a:lstStyle/>
        <a:p>
          <a:r>
            <a:rPr lang="en-MY" dirty="0"/>
            <a:t>Sensors </a:t>
          </a:r>
        </a:p>
      </dgm:t>
    </dgm:pt>
    <dgm:pt modelId="{E0F11170-B68D-4270-B830-D5935C837DAF}" type="parTrans" cxnId="{EB714358-D27F-4F89-B590-B65DCAAF3E3F}">
      <dgm:prSet/>
      <dgm:spPr/>
      <dgm:t>
        <a:bodyPr/>
        <a:lstStyle/>
        <a:p>
          <a:endParaRPr lang="en-MY"/>
        </a:p>
      </dgm:t>
    </dgm:pt>
    <dgm:pt modelId="{380D6957-173A-4E84-89E2-76BA945C6EDD}" type="sibTrans" cxnId="{EB714358-D27F-4F89-B590-B65DCAAF3E3F}">
      <dgm:prSet/>
      <dgm:spPr/>
      <dgm:t>
        <a:bodyPr/>
        <a:lstStyle/>
        <a:p>
          <a:endParaRPr lang="en-MY"/>
        </a:p>
      </dgm:t>
    </dgm:pt>
    <dgm:pt modelId="{A9998117-10EB-41F0-B4A7-FD6FA9E40CBB}">
      <dgm:prSet/>
      <dgm:spPr/>
      <dgm:t>
        <a:bodyPr/>
        <a:lstStyle/>
        <a:p>
          <a:r>
            <a:rPr lang="en-MY" dirty="0"/>
            <a:t>Environment</a:t>
          </a:r>
        </a:p>
      </dgm:t>
    </dgm:pt>
    <dgm:pt modelId="{7E098705-ED52-4B25-84EA-36A40F70A00A}" type="parTrans" cxnId="{1A80993B-DC7E-4F88-BC04-5D50EE569609}">
      <dgm:prSet/>
      <dgm:spPr/>
    </dgm:pt>
    <dgm:pt modelId="{8789455E-FB9C-48D6-BDF9-950C5EDCC0BB}" type="sibTrans" cxnId="{1A80993B-DC7E-4F88-BC04-5D50EE569609}">
      <dgm:prSet/>
      <dgm:spPr/>
    </dgm:pt>
    <dgm:pt modelId="{AD7D5C36-A674-400A-89D3-8BCDCE92C043}">
      <dgm:prSet/>
      <dgm:spPr/>
      <dgm:t>
        <a:bodyPr/>
        <a:lstStyle/>
        <a:p>
          <a:r>
            <a:rPr lang="en-MY" dirty="0"/>
            <a:t>Actuators</a:t>
          </a:r>
        </a:p>
      </dgm:t>
    </dgm:pt>
    <dgm:pt modelId="{CFE6F878-A4BA-4968-910A-AC93B888E14C}" type="parTrans" cxnId="{D53E0419-7C88-4DE0-B03B-C0922F6A45B2}">
      <dgm:prSet/>
      <dgm:spPr/>
    </dgm:pt>
    <dgm:pt modelId="{EDCB4B63-1DD4-4EFB-8593-1F2E36545247}" type="sibTrans" cxnId="{D53E0419-7C88-4DE0-B03B-C0922F6A45B2}">
      <dgm:prSet/>
      <dgm:spPr/>
    </dgm:pt>
    <dgm:pt modelId="{5E756905-72EF-4125-A024-7403E50F572F}" type="pres">
      <dgm:prSet presAssocID="{D51D830B-35A7-462F-BFFF-8509C790D126}" presName="Name0" presStyleCnt="0">
        <dgm:presLayoutVars>
          <dgm:chMax val="7"/>
          <dgm:dir/>
          <dgm:animLvl val="lvl"/>
          <dgm:resizeHandles val="exact"/>
        </dgm:presLayoutVars>
      </dgm:prSet>
      <dgm:spPr/>
    </dgm:pt>
    <dgm:pt modelId="{3DFF83D8-5104-4ADD-9E81-A32367E7B716}" type="pres">
      <dgm:prSet presAssocID="{F45D9507-9C12-4979-AD00-774703219761}" presName="circle1" presStyleLbl="node1" presStyleIdx="0" presStyleCnt="3"/>
      <dgm:spPr/>
    </dgm:pt>
    <dgm:pt modelId="{4FE2F2C0-2F8F-4632-AA7C-BFB6D03A83A7}" type="pres">
      <dgm:prSet presAssocID="{F45D9507-9C12-4979-AD00-774703219761}" presName="space" presStyleCnt="0"/>
      <dgm:spPr/>
    </dgm:pt>
    <dgm:pt modelId="{7D545E39-1AAA-461F-92B3-CB6C5DA04ECD}" type="pres">
      <dgm:prSet presAssocID="{F45D9507-9C12-4979-AD00-774703219761}" presName="rect1" presStyleLbl="alignAcc1" presStyleIdx="0" presStyleCnt="3"/>
      <dgm:spPr/>
    </dgm:pt>
    <dgm:pt modelId="{F3E762E6-D319-4E24-B27D-30D57C9CEF32}" type="pres">
      <dgm:prSet presAssocID="{5607B469-42CF-4690-9A65-8568B92F7333}" presName="vertSpace2" presStyleLbl="node1" presStyleIdx="0" presStyleCnt="3"/>
      <dgm:spPr/>
    </dgm:pt>
    <dgm:pt modelId="{C2F66C5A-8B6C-4AFB-88B1-063D29D2DD37}" type="pres">
      <dgm:prSet presAssocID="{5607B469-42CF-4690-9A65-8568B92F7333}" presName="circle2" presStyleLbl="node1" presStyleIdx="1" presStyleCnt="3"/>
      <dgm:spPr/>
    </dgm:pt>
    <dgm:pt modelId="{F07C97FA-6F33-4FDA-9956-2EAD3A02E4E7}" type="pres">
      <dgm:prSet presAssocID="{5607B469-42CF-4690-9A65-8568B92F7333}" presName="rect2" presStyleLbl="alignAcc1" presStyleIdx="1" presStyleCnt="3"/>
      <dgm:spPr/>
    </dgm:pt>
    <dgm:pt modelId="{B3DD8522-BCE7-40AC-82A7-C297C923DB7C}" type="pres">
      <dgm:prSet presAssocID="{94EBC26E-7540-40D5-88D4-6A5FAD1845AF}" presName="vertSpace3" presStyleLbl="node1" presStyleIdx="1" presStyleCnt="3"/>
      <dgm:spPr/>
    </dgm:pt>
    <dgm:pt modelId="{D0D9BB9A-B984-4533-AFC1-83D8E61D2D3E}" type="pres">
      <dgm:prSet presAssocID="{94EBC26E-7540-40D5-88D4-6A5FAD1845AF}" presName="circle3" presStyleLbl="node1" presStyleIdx="2" presStyleCnt="3"/>
      <dgm:spPr/>
    </dgm:pt>
    <dgm:pt modelId="{43BD6446-3DB1-42F8-8EA0-FC568B9BD0EC}" type="pres">
      <dgm:prSet presAssocID="{94EBC26E-7540-40D5-88D4-6A5FAD1845AF}" presName="rect3" presStyleLbl="alignAcc1" presStyleIdx="2" presStyleCnt="3"/>
      <dgm:spPr/>
    </dgm:pt>
    <dgm:pt modelId="{E1100881-0962-488B-A9B2-94E71262DFFC}" type="pres">
      <dgm:prSet presAssocID="{F45D9507-9C12-4979-AD00-774703219761}" presName="rect1ParTx" presStyleLbl="alignAcc1" presStyleIdx="2" presStyleCnt="3">
        <dgm:presLayoutVars>
          <dgm:chMax val="1"/>
          <dgm:bulletEnabled val="1"/>
        </dgm:presLayoutVars>
      </dgm:prSet>
      <dgm:spPr/>
    </dgm:pt>
    <dgm:pt modelId="{BB101029-9AA9-45B9-9257-7B8CB979F386}" type="pres">
      <dgm:prSet presAssocID="{F45D9507-9C12-4979-AD00-774703219761}" presName="rect1ChTx" presStyleLbl="alignAcc1" presStyleIdx="2" presStyleCnt="3">
        <dgm:presLayoutVars>
          <dgm:bulletEnabled val="1"/>
        </dgm:presLayoutVars>
      </dgm:prSet>
      <dgm:spPr/>
    </dgm:pt>
    <dgm:pt modelId="{4424A8E3-F6A3-4ABF-A668-3873EB7D0D92}" type="pres">
      <dgm:prSet presAssocID="{5607B469-42CF-4690-9A65-8568B92F7333}" presName="rect2ParTx" presStyleLbl="alignAcc1" presStyleIdx="2" presStyleCnt="3">
        <dgm:presLayoutVars>
          <dgm:chMax val="1"/>
          <dgm:bulletEnabled val="1"/>
        </dgm:presLayoutVars>
      </dgm:prSet>
      <dgm:spPr/>
    </dgm:pt>
    <dgm:pt modelId="{3F0A8F60-566C-496C-B693-E8504CBC9A81}" type="pres">
      <dgm:prSet presAssocID="{5607B469-42CF-4690-9A65-8568B92F7333}" presName="rect2ChTx" presStyleLbl="alignAcc1" presStyleIdx="2" presStyleCnt="3">
        <dgm:presLayoutVars>
          <dgm:bulletEnabled val="1"/>
        </dgm:presLayoutVars>
      </dgm:prSet>
      <dgm:spPr/>
    </dgm:pt>
    <dgm:pt modelId="{625F6593-2118-45DC-BFBD-7F1C906D8C65}" type="pres">
      <dgm:prSet presAssocID="{94EBC26E-7540-40D5-88D4-6A5FAD1845AF}" presName="rect3ParTx" presStyleLbl="alignAcc1" presStyleIdx="2" presStyleCnt="3">
        <dgm:presLayoutVars>
          <dgm:chMax val="1"/>
          <dgm:bulletEnabled val="1"/>
        </dgm:presLayoutVars>
      </dgm:prSet>
      <dgm:spPr/>
    </dgm:pt>
    <dgm:pt modelId="{AE008175-2740-482F-9D5B-00A3C5BDBC90}" type="pres">
      <dgm:prSet presAssocID="{94EBC26E-7540-40D5-88D4-6A5FAD1845AF}" presName="rect3ChTx" presStyleLbl="alignAcc1" presStyleIdx="2" presStyleCnt="3">
        <dgm:presLayoutVars>
          <dgm:bulletEnabled val="1"/>
        </dgm:presLayoutVars>
      </dgm:prSet>
      <dgm:spPr/>
    </dgm:pt>
  </dgm:ptLst>
  <dgm:cxnLst>
    <dgm:cxn modelId="{D53E0419-7C88-4DE0-B03B-C0922F6A45B2}" srcId="{94EBC26E-7540-40D5-88D4-6A5FAD1845AF}" destId="{AD7D5C36-A674-400A-89D3-8BCDCE92C043}" srcOrd="2" destOrd="0" parTransId="{CFE6F878-A4BA-4968-910A-AC93B888E14C}" sibTransId="{EDCB4B63-1DD4-4EFB-8593-1F2E36545247}"/>
    <dgm:cxn modelId="{2E87051A-139B-4C62-8D19-0FCD7D487FDD}" srcId="{D51D830B-35A7-462F-BFFF-8509C790D126}" destId="{F45D9507-9C12-4979-AD00-774703219761}" srcOrd="0" destOrd="0" parTransId="{E9145B49-19C3-494A-9B72-3451C92EA6F2}" sibTransId="{005DA571-7828-4299-AD47-1D0482684C1C}"/>
    <dgm:cxn modelId="{21BF821F-29B6-4F9A-9B92-807CEAAE8512}" type="presOf" srcId="{A9998117-10EB-41F0-B4A7-FD6FA9E40CBB}" destId="{AE008175-2740-482F-9D5B-00A3C5BDBC90}" srcOrd="0" destOrd="1" presId="urn:microsoft.com/office/officeart/2005/8/layout/target3"/>
    <dgm:cxn modelId="{D410932B-D77A-4F2D-8287-A5DF96FD2378}" srcId="{D51D830B-35A7-462F-BFFF-8509C790D126}" destId="{5607B469-42CF-4690-9A65-8568B92F7333}" srcOrd="1" destOrd="0" parTransId="{9E57DAE7-2402-4B8D-86C4-A3EE9B467971}" sibTransId="{5F6ECEAA-4F1B-4CF8-A02B-28BCDBCE424C}"/>
    <dgm:cxn modelId="{3BDF0F34-314B-449A-BD3E-0DE554FDE705}" type="presOf" srcId="{F45D9507-9C12-4979-AD00-774703219761}" destId="{E1100881-0962-488B-A9B2-94E71262DFFC}" srcOrd="1" destOrd="0" presId="urn:microsoft.com/office/officeart/2005/8/layout/target3"/>
    <dgm:cxn modelId="{1A80993B-DC7E-4F88-BC04-5D50EE569609}" srcId="{94EBC26E-7540-40D5-88D4-6A5FAD1845AF}" destId="{A9998117-10EB-41F0-B4A7-FD6FA9E40CBB}" srcOrd="1" destOrd="0" parTransId="{7E098705-ED52-4B25-84EA-36A40F70A00A}" sibTransId="{8789455E-FB9C-48D6-BDF9-950C5EDCC0BB}"/>
    <dgm:cxn modelId="{AEB15740-064F-4EC9-9A68-183226AC1875}" type="presOf" srcId="{AD7D5C36-A674-400A-89D3-8BCDCE92C043}" destId="{AE008175-2740-482F-9D5B-00A3C5BDBC90}" srcOrd="0" destOrd="2" presId="urn:microsoft.com/office/officeart/2005/8/layout/target3"/>
    <dgm:cxn modelId="{3958A55B-0A4A-41A6-AEE2-6B36249ED5B8}" srcId="{94EBC26E-7540-40D5-88D4-6A5FAD1845AF}" destId="{039DD76E-7CB9-4F6D-896D-05FF7C0D2C03}" srcOrd="0" destOrd="0" parTransId="{6CE67BE4-EE11-4BD5-B6C8-9D482B052DF8}" sibTransId="{A54B3D05-1D37-4256-893C-299F523D096A}"/>
    <dgm:cxn modelId="{B28FAD47-AAE2-4C80-8B72-AA3AA8FC3674}" type="presOf" srcId="{94EBC26E-7540-40D5-88D4-6A5FAD1845AF}" destId="{625F6593-2118-45DC-BFBD-7F1C906D8C65}" srcOrd="1" destOrd="0" presId="urn:microsoft.com/office/officeart/2005/8/layout/target3"/>
    <dgm:cxn modelId="{3C38A171-9B48-42B4-A07B-CE4CC661D241}" type="presOf" srcId="{5607B469-42CF-4690-9A65-8568B92F7333}" destId="{F07C97FA-6F33-4FDA-9956-2EAD3A02E4E7}" srcOrd="0" destOrd="0" presId="urn:microsoft.com/office/officeart/2005/8/layout/target3"/>
    <dgm:cxn modelId="{6FF6A657-808A-4430-AA29-E3B676A21A91}" srcId="{D51D830B-35A7-462F-BFFF-8509C790D126}" destId="{94EBC26E-7540-40D5-88D4-6A5FAD1845AF}" srcOrd="2" destOrd="0" parTransId="{4FB718B0-B948-44F5-A61B-79778A0D1FE1}" sibTransId="{7E63B86B-9ECF-48FC-85AC-CA62955B87B5}"/>
    <dgm:cxn modelId="{EB714358-D27F-4F89-B590-B65DCAAF3E3F}" srcId="{94EBC26E-7540-40D5-88D4-6A5FAD1845AF}" destId="{5845EDA7-64E0-402C-B31D-F0C9A0BBB05A}" srcOrd="3" destOrd="0" parTransId="{E0F11170-B68D-4270-B830-D5935C837DAF}" sibTransId="{380D6957-173A-4E84-89E2-76BA945C6EDD}"/>
    <dgm:cxn modelId="{0F58578F-25E0-4277-9369-261D6A06818C}" type="presOf" srcId="{D51D830B-35A7-462F-BFFF-8509C790D126}" destId="{5E756905-72EF-4125-A024-7403E50F572F}" srcOrd="0" destOrd="0" presId="urn:microsoft.com/office/officeart/2005/8/layout/target3"/>
    <dgm:cxn modelId="{68B5E3B8-E455-47B5-A732-1C727EB36252}" type="presOf" srcId="{039DD76E-7CB9-4F6D-896D-05FF7C0D2C03}" destId="{AE008175-2740-482F-9D5B-00A3C5BDBC90}" srcOrd="0" destOrd="0" presId="urn:microsoft.com/office/officeart/2005/8/layout/target3"/>
    <dgm:cxn modelId="{F2EAB6CA-5120-44D3-9F6D-18B4A0D0527E}" type="presOf" srcId="{5845EDA7-64E0-402C-B31D-F0C9A0BBB05A}" destId="{AE008175-2740-482F-9D5B-00A3C5BDBC90}" srcOrd="0" destOrd="3" presId="urn:microsoft.com/office/officeart/2005/8/layout/target3"/>
    <dgm:cxn modelId="{FE6443CB-A1B7-4510-9F36-B412A9B71206}" type="presOf" srcId="{94EBC26E-7540-40D5-88D4-6A5FAD1845AF}" destId="{43BD6446-3DB1-42F8-8EA0-FC568B9BD0EC}" srcOrd="0" destOrd="0" presId="urn:microsoft.com/office/officeart/2005/8/layout/target3"/>
    <dgm:cxn modelId="{B96217DC-2624-4FC1-A06A-E07F9A204F62}" type="presOf" srcId="{F45D9507-9C12-4979-AD00-774703219761}" destId="{7D545E39-1AAA-461F-92B3-CB6C5DA04ECD}" srcOrd="0" destOrd="0" presId="urn:microsoft.com/office/officeart/2005/8/layout/target3"/>
    <dgm:cxn modelId="{FF0729F8-E93B-4040-A63C-64F669CC44D6}" type="presOf" srcId="{5607B469-42CF-4690-9A65-8568B92F7333}" destId="{4424A8E3-F6A3-4ABF-A668-3873EB7D0D92}" srcOrd="1" destOrd="0" presId="urn:microsoft.com/office/officeart/2005/8/layout/target3"/>
    <dgm:cxn modelId="{D99A6E0C-BB3F-4E2C-991D-E2BDB0AAC474}" type="presParOf" srcId="{5E756905-72EF-4125-A024-7403E50F572F}" destId="{3DFF83D8-5104-4ADD-9E81-A32367E7B716}" srcOrd="0" destOrd="0" presId="urn:microsoft.com/office/officeart/2005/8/layout/target3"/>
    <dgm:cxn modelId="{3B568FAA-41BD-4A3B-AD56-E4E195D3E52E}" type="presParOf" srcId="{5E756905-72EF-4125-A024-7403E50F572F}" destId="{4FE2F2C0-2F8F-4632-AA7C-BFB6D03A83A7}" srcOrd="1" destOrd="0" presId="urn:microsoft.com/office/officeart/2005/8/layout/target3"/>
    <dgm:cxn modelId="{132ECB12-A30A-45CC-BA9E-17FBAA3F0236}" type="presParOf" srcId="{5E756905-72EF-4125-A024-7403E50F572F}" destId="{7D545E39-1AAA-461F-92B3-CB6C5DA04ECD}" srcOrd="2" destOrd="0" presId="urn:microsoft.com/office/officeart/2005/8/layout/target3"/>
    <dgm:cxn modelId="{C3BEE6F7-CFD6-4DCD-B815-746C31E0ABBB}" type="presParOf" srcId="{5E756905-72EF-4125-A024-7403E50F572F}" destId="{F3E762E6-D319-4E24-B27D-30D57C9CEF32}" srcOrd="3" destOrd="0" presId="urn:microsoft.com/office/officeart/2005/8/layout/target3"/>
    <dgm:cxn modelId="{0A4DE691-0331-499C-B84F-A1FF68293A44}" type="presParOf" srcId="{5E756905-72EF-4125-A024-7403E50F572F}" destId="{C2F66C5A-8B6C-4AFB-88B1-063D29D2DD37}" srcOrd="4" destOrd="0" presId="urn:microsoft.com/office/officeart/2005/8/layout/target3"/>
    <dgm:cxn modelId="{A2F6101E-5C2D-4491-9340-C545A8C48177}" type="presParOf" srcId="{5E756905-72EF-4125-A024-7403E50F572F}" destId="{F07C97FA-6F33-4FDA-9956-2EAD3A02E4E7}" srcOrd="5" destOrd="0" presId="urn:microsoft.com/office/officeart/2005/8/layout/target3"/>
    <dgm:cxn modelId="{BFC60B64-688E-4821-B478-C7581AC3DE55}" type="presParOf" srcId="{5E756905-72EF-4125-A024-7403E50F572F}" destId="{B3DD8522-BCE7-40AC-82A7-C297C923DB7C}" srcOrd="6" destOrd="0" presId="urn:microsoft.com/office/officeart/2005/8/layout/target3"/>
    <dgm:cxn modelId="{E55D0506-17E4-44BE-A353-0F30D3617050}" type="presParOf" srcId="{5E756905-72EF-4125-A024-7403E50F572F}" destId="{D0D9BB9A-B984-4533-AFC1-83D8E61D2D3E}" srcOrd="7" destOrd="0" presId="urn:microsoft.com/office/officeart/2005/8/layout/target3"/>
    <dgm:cxn modelId="{D9BEA3BA-E8BD-430D-B69B-2C519E0C22D1}" type="presParOf" srcId="{5E756905-72EF-4125-A024-7403E50F572F}" destId="{43BD6446-3DB1-42F8-8EA0-FC568B9BD0EC}" srcOrd="8" destOrd="0" presId="urn:microsoft.com/office/officeart/2005/8/layout/target3"/>
    <dgm:cxn modelId="{9B2935B7-0391-4A6C-834D-07DA4A1B413F}" type="presParOf" srcId="{5E756905-72EF-4125-A024-7403E50F572F}" destId="{E1100881-0962-488B-A9B2-94E71262DFFC}" srcOrd="9" destOrd="0" presId="urn:microsoft.com/office/officeart/2005/8/layout/target3"/>
    <dgm:cxn modelId="{F0AAC6C4-1464-40B9-A0AA-E42A564F6BBF}" type="presParOf" srcId="{5E756905-72EF-4125-A024-7403E50F572F}" destId="{BB101029-9AA9-45B9-9257-7B8CB979F386}" srcOrd="10" destOrd="0" presId="urn:microsoft.com/office/officeart/2005/8/layout/target3"/>
    <dgm:cxn modelId="{9944827E-FB5F-4CAF-BEC9-B79A4F75FAF4}" type="presParOf" srcId="{5E756905-72EF-4125-A024-7403E50F572F}" destId="{4424A8E3-F6A3-4ABF-A668-3873EB7D0D92}" srcOrd="11" destOrd="0" presId="urn:microsoft.com/office/officeart/2005/8/layout/target3"/>
    <dgm:cxn modelId="{EF6609B3-6C6D-4A3C-89CF-AA1F15F4F1D9}" type="presParOf" srcId="{5E756905-72EF-4125-A024-7403E50F572F}" destId="{3F0A8F60-566C-496C-B693-E8504CBC9A81}" srcOrd="12" destOrd="0" presId="urn:microsoft.com/office/officeart/2005/8/layout/target3"/>
    <dgm:cxn modelId="{3BDB7BCA-B2CA-4216-A827-8A7C7BD3A4D0}" type="presParOf" srcId="{5E756905-72EF-4125-A024-7403E50F572F}" destId="{625F6593-2118-45DC-BFBD-7F1C906D8C65}" srcOrd="13" destOrd="0" presId="urn:microsoft.com/office/officeart/2005/8/layout/target3"/>
    <dgm:cxn modelId="{6D038CD8-3DEF-4882-870C-142F45561B47}" type="presParOf" srcId="{5E756905-72EF-4125-A024-7403E50F572F}" destId="{AE008175-2740-482F-9D5B-00A3C5BDBC90}" srcOrd="14"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058F497-8F5A-4611-B4ED-1C6A5B21C11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810B9B3B-D360-4BE9-B1FA-E045B865FFAB}">
      <dgm:prSet/>
      <dgm:spPr/>
      <dgm:t>
        <a:bodyPr/>
        <a:lstStyle/>
        <a:p>
          <a:r>
            <a:rPr lang="en-MY"/>
            <a:t>PEAS</a:t>
          </a:r>
        </a:p>
      </dgm:t>
    </dgm:pt>
    <dgm:pt modelId="{246FFD26-0D68-4D1A-B343-64D7F9AC6EDD}" type="parTrans" cxnId="{BCB242D7-064C-489E-A7EE-505C2DE4DB06}">
      <dgm:prSet/>
      <dgm:spPr/>
      <dgm:t>
        <a:bodyPr/>
        <a:lstStyle/>
        <a:p>
          <a:endParaRPr lang="en-MY"/>
        </a:p>
      </dgm:t>
    </dgm:pt>
    <dgm:pt modelId="{3D0DED41-AC3B-48C7-A495-C7D09E09015D}" type="sibTrans" cxnId="{BCB242D7-064C-489E-A7EE-505C2DE4DB06}">
      <dgm:prSet/>
      <dgm:spPr/>
      <dgm:t>
        <a:bodyPr/>
        <a:lstStyle/>
        <a:p>
          <a:endParaRPr lang="en-MY"/>
        </a:p>
      </dgm:t>
    </dgm:pt>
    <dgm:pt modelId="{97A4D66B-2701-45D0-860E-DD806F1382BB}" type="pres">
      <dgm:prSet presAssocID="{8058F497-8F5A-4611-B4ED-1C6A5B21C11C}" presName="linear" presStyleCnt="0">
        <dgm:presLayoutVars>
          <dgm:animLvl val="lvl"/>
          <dgm:resizeHandles val="exact"/>
        </dgm:presLayoutVars>
      </dgm:prSet>
      <dgm:spPr/>
    </dgm:pt>
    <dgm:pt modelId="{77DB18A3-D9D9-425D-AA74-77EAF316D953}" type="pres">
      <dgm:prSet presAssocID="{810B9B3B-D360-4BE9-B1FA-E045B865FFAB}" presName="parentText" presStyleLbl="node1" presStyleIdx="0" presStyleCnt="1">
        <dgm:presLayoutVars>
          <dgm:chMax val="0"/>
          <dgm:bulletEnabled val="1"/>
        </dgm:presLayoutVars>
      </dgm:prSet>
      <dgm:spPr/>
    </dgm:pt>
  </dgm:ptLst>
  <dgm:cxnLst>
    <dgm:cxn modelId="{AAA88370-F8B0-4BDA-94AA-E037F9F81755}" type="presOf" srcId="{810B9B3B-D360-4BE9-B1FA-E045B865FFAB}" destId="{77DB18A3-D9D9-425D-AA74-77EAF316D953}" srcOrd="0" destOrd="0" presId="urn:microsoft.com/office/officeart/2005/8/layout/vList2"/>
    <dgm:cxn modelId="{BCB242D7-064C-489E-A7EE-505C2DE4DB06}" srcId="{8058F497-8F5A-4611-B4ED-1C6A5B21C11C}" destId="{810B9B3B-D360-4BE9-B1FA-E045B865FFAB}" srcOrd="0" destOrd="0" parTransId="{246FFD26-0D68-4D1A-B343-64D7F9AC6EDD}" sibTransId="{3D0DED41-AC3B-48C7-A495-C7D09E09015D}"/>
    <dgm:cxn modelId="{24FF4ADB-D893-4680-AA26-3B4B06E638B0}" type="presOf" srcId="{8058F497-8F5A-4611-B4ED-1C6A5B21C11C}" destId="{97A4D66B-2701-45D0-860E-DD806F1382BB}" srcOrd="0" destOrd="0" presId="urn:microsoft.com/office/officeart/2005/8/layout/vList2"/>
    <dgm:cxn modelId="{CD4F8213-20C5-43F5-9378-A6F0EECFDFA2}" type="presParOf" srcId="{97A4D66B-2701-45D0-860E-DD806F1382BB}" destId="{77DB18A3-D9D9-425D-AA74-77EAF316D95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E96220D-DC92-4C86-8769-1C865A0E8E04}"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MY"/>
        </a:p>
      </dgm:t>
    </dgm:pt>
    <dgm:pt modelId="{16315E78-6C89-4A1C-808E-DD9E9A4D5A7E}">
      <dgm:prSet/>
      <dgm:spPr/>
      <dgm:t>
        <a:bodyPr/>
        <a:lstStyle/>
        <a:p>
          <a:r>
            <a:rPr lang="en-MY"/>
            <a:t>Agent: Medical diagnosis system</a:t>
          </a:r>
        </a:p>
      </dgm:t>
    </dgm:pt>
    <dgm:pt modelId="{6A2E3381-E559-4B3A-A916-8323B8C17207}" type="parTrans" cxnId="{7BC67A19-269E-45BF-B9D8-0EAAFCE96D63}">
      <dgm:prSet/>
      <dgm:spPr/>
      <dgm:t>
        <a:bodyPr/>
        <a:lstStyle/>
        <a:p>
          <a:endParaRPr lang="en-MY"/>
        </a:p>
      </dgm:t>
    </dgm:pt>
    <dgm:pt modelId="{0718CE4C-5CAC-46F2-9A21-332F30459A59}" type="sibTrans" cxnId="{7BC67A19-269E-45BF-B9D8-0EAAFCE96D63}">
      <dgm:prSet/>
      <dgm:spPr/>
      <dgm:t>
        <a:bodyPr/>
        <a:lstStyle/>
        <a:p>
          <a:endParaRPr lang="en-MY"/>
        </a:p>
      </dgm:t>
    </dgm:pt>
    <dgm:pt modelId="{6E4A73A1-512F-4740-B1C3-C87B6323B761}">
      <dgm:prSet/>
      <dgm:spPr/>
      <dgm:t>
        <a:bodyPr/>
        <a:lstStyle/>
        <a:p>
          <a:r>
            <a:rPr lang="en-MY"/>
            <a:t>Performance measure: Healthy patient, minimize costs, lawsuits</a:t>
          </a:r>
        </a:p>
      </dgm:t>
    </dgm:pt>
    <dgm:pt modelId="{76AAF710-FAF3-427B-B693-D371255FB828}" type="parTrans" cxnId="{813554B6-7D8E-4939-A0AF-EA64A7D3EDCC}">
      <dgm:prSet/>
      <dgm:spPr/>
      <dgm:t>
        <a:bodyPr/>
        <a:lstStyle/>
        <a:p>
          <a:endParaRPr lang="en-MY"/>
        </a:p>
      </dgm:t>
    </dgm:pt>
    <dgm:pt modelId="{E98045A0-8B0E-470A-B745-EBB92B9664DA}" type="sibTrans" cxnId="{813554B6-7D8E-4939-A0AF-EA64A7D3EDCC}">
      <dgm:prSet/>
      <dgm:spPr/>
      <dgm:t>
        <a:bodyPr/>
        <a:lstStyle/>
        <a:p>
          <a:endParaRPr lang="en-MY"/>
        </a:p>
      </dgm:t>
    </dgm:pt>
    <dgm:pt modelId="{B74EF45B-2E26-43F1-B323-18C08CC232FC}">
      <dgm:prSet/>
      <dgm:spPr/>
      <dgm:t>
        <a:bodyPr/>
        <a:lstStyle/>
        <a:p>
          <a:r>
            <a:rPr lang="en-MY"/>
            <a:t>Environment: Patient, hospital, staff</a:t>
          </a:r>
        </a:p>
      </dgm:t>
    </dgm:pt>
    <dgm:pt modelId="{50A211FC-3EA0-45ED-9CAE-5449C0266499}" type="parTrans" cxnId="{5827C094-D2A5-450A-8722-F83B6475A876}">
      <dgm:prSet/>
      <dgm:spPr/>
      <dgm:t>
        <a:bodyPr/>
        <a:lstStyle/>
        <a:p>
          <a:endParaRPr lang="en-MY"/>
        </a:p>
      </dgm:t>
    </dgm:pt>
    <dgm:pt modelId="{FEF1983C-24E0-4B4B-8CD3-1D914C84FD0C}" type="sibTrans" cxnId="{5827C094-D2A5-450A-8722-F83B6475A876}">
      <dgm:prSet/>
      <dgm:spPr/>
      <dgm:t>
        <a:bodyPr/>
        <a:lstStyle/>
        <a:p>
          <a:endParaRPr lang="en-MY"/>
        </a:p>
      </dgm:t>
    </dgm:pt>
    <dgm:pt modelId="{A1B70B91-1CC3-4C0D-959D-6FBCF5F1B5B0}">
      <dgm:prSet/>
      <dgm:spPr/>
      <dgm:t>
        <a:bodyPr/>
        <a:lstStyle/>
        <a:p>
          <a:r>
            <a:rPr lang="en-MY"/>
            <a:t>Actuators: Screen display (questions, tests, diagnoses, treatments, referrals)</a:t>
          </a:r>
        </a:p>
      </dgm:t>
    </dgm:pt>
    <dgm:pt modelId="{190752A7-6A11-4A46-8A20-66C88F2DA9D2}" type="parTrans" cxnId="{A6F13829-FA20-4B5F-928E-EDA64DC2D729}">
      <dgm:prSet/>
      <dgm:spPr/>
      <dgm:t>
        <a:bodyPr/>
        <a:lstStyle/>
        <a:p>
          <a:endParaRPr lang="en-MY"/>
        </a:p>
      </dgm:t>
    </dgm:pt>
    <dgm:pt modelId="{11B15645-AD6F-47B0-828C-22BA8D4F19E4}" type="sibTrans" cxnId="{A6F13829-FA20-4B5F-928E-EDA64DC2D729}">
      <dgm:prSet/>
      <dgm:spPr/>
      <dgm:t>
        <a:bodyPr/>
        <a:lstStyle/>
        <a:p>
          <a:endParaRPr lang="en-MY"/>
        </a:p>
      </dgm:t>
    </dgm:pt>
    <dgm:pt modelId="{2B775704-A409-4DE7-B443-18E9012AFE96}">
      <dgm:prSet/>
      <dgm:spPr/>
      <dgm:t>
        <a:bodyPr/>
        <a:lstStyle/>
        <a:p>
          <a:r>
            <a:rPr lang="en-MY"/>
            <a:t>Sensors: Keyboard (entry of symptoms, findings, patient's answers)</a:t>
          </a:r>
        </a:p>
      </dgm:t>
    </dgm:pt>
    <dgm:pt modelId="{451CF688-CEA7-4445-B308-A8D6B4900DD1}" type="parTrans" cxnId="{BD187DBD-811B-4F97-B55D-F6CB64F2490B}">
      <dgm:prSet/>
      <dgm:spPr/>
      <dgm:t>
        <a:bodyPr/>
        <a:lstStyle/>
        <a:p>
          <a:endParaRPr lang="en-MY"/>
        </a:p>
      </dgm:t>
    </dgm:pt>
    <dgm:pt modelId="{BD401C3C-A161-4639-BA5C-72619242EFF4}" type="sibTrans" cxnId="{BD187DBD-811B-4F97-B55D-F6CB64F2490B}">
      <dgm:prSet/>
      <dgm:spPr/>
      <dgm:t>
        <a:bodyPr/>
        <a:lstStyle/>
        <a:p>
          <a:endParaRPr lang="en-MY"/>
        </a:p>
      </dgm:t>
    </dgm:pt>
    <dgm:pt modelId="{73632AB3-DC67-48E7-9883-2494CEF59DAA}" type="pres">
      <dgm:prSet presAssocID="{8E96220D-DC92-4C86-8769-1C865A0E8E04}" presName="Name0" presStyleCnt="0">
        <dgm:presLayoutVars>
          <dgm:dir/>
          <dgm:resizeHandles val="exact"/>
        </dgm:presLayoutVars>
      </dgm:prSet>
      <dgm:spPr/>
    </dgm:pt>
    <dgm:pt modelId="{A6A7B067-6EF8-40D9-8D6F-74F133C25B7D}" type="pres">
      <dgm:prSet presAssocID="{16315E78-6C89-4A1C-808E-DD9E9A4D5A7E}" presName="node" presStyleLbl="node1" presStyleIdx="0" presStyleCnt="5">
        <dgm:presLayoutVars>
          <dgm:bulletEnabled val="1"/>
        </dgm:presLayoutVars>
      </dgm:prSet>
      <dgm:spPr/>
    </dgm:pt>
    <dgm:pt modelId="{61C4E812-CDC4-4622-88AB-E9D501D1EBF4}" type="pres">
      <dgm:prSet presAssocID="{0718CE4C-5CAC-46F2-9A21-332F30459A59}" presName="sibTrans" presStyleLbl="sibTrans2D1" presStyleIdx="0" presStyleCnt="4"/>
      <dgm:spPr/>
    </dgm:pt>
    <dgm:pt modelId="{0544DF9F-2CB7-4724-A47E-5237D2A6C7EA}" type="pres">
      <dgm:prSet presAssocID="{0718CE4C-5CAC-46F2-9A21-332F30459A59}" presName="connectorText" presStyleLbl="sibTrans2D1" presStyleIdx="0" presStyleCnt="4"/>
      <dgm:spPr/>
    </dgm:pt>
    <dgm:pt modelId="{0933F3CC-FA61-484B-95D7-B65731DF9718}" type="pres">
      <dgm:prSet presAssocID="{6E4A73A1-512F-4740-B1C3-C87B6323B761}" presName="node" presStyleLbl="node1" presStyleIdx="1" presStyleCnt="5">
        <dgm:presLayoutVars>
          <dgm:bulletEnabled val="1"/>
        </dgm:presLayoutVars>
      </dgm:prSet>
      <dgm:spPr/>
    </dgm:pt>
    <dgm:pt modelId="{94FD344E-31D9-49F2-8340-A05C27482CA3}" type="pres">
      <dgm:prSet presAssocID="{E98045A0-8B0E-470A-B745-EBB92B9664DA}" presName="sibTrans" presStyleLbl="sibTrans2D1" presStyleIdx="1" presStyleCnt="4"/>
      <dgm:spPr/>
    </dgm:pt>
    <dgm:pt modelId="{B4341C65-EB7C-4BC6-B62B-200052E8AEDC}" type="pres">
      <dgm:prSet presAssocID="{E98045A0-8B0E-470A-B745-EBB92B9664DA}" presName="connectorText" presStyleLbl="sibTrans2D1" presStyleIdx="1" presStyleCnt="4"/>
      <dgm:spPr/>
    </dgm:pt>
    <dgm:pt modelId="{1CB00B36-41A8-4881-97B0-59378C163CE0}" type="pres">
      <dgm:prSet presAssocID="{B74EF45B-2E26-43F1-B323-18C08CC232FC}" presName="node" presStyleLbl="node1" presStyleIdx="2" presStyleCnt="5">
        <dgm:presLayoutVars>
          <dgm:bulletEnabled val="1"/>
        </dgm:presLayoutVars>
      </dgm:prSet>
      <dgm:spPr/>
    </dgm:pt>
    <dgm:pt modelId="{06780607-6AD6-47BD-9368-787320CEEAC4}" type="pres">
      <dgm:prSet presAssocID="{FEF1983C-24E0-4B4B-8CD3-1D914C84FD0C}" presName="sibTrans" presStyleLbl="sibTrans2D1" presStyleIdx="2" presStyleCnt="4"/>
      <dgm:spPr/>
    </dgm:pt>
    <dgm:pt modelId="{5A0E3290-DDA4-4C21-831E-0B204DD24651}" type="pres">
      <dgm:prSet presAssocID="{FEF1983C-24E0-4B4B-8CD3-1D914C84FD0C}" presName="connectorText" presStyleLbl="sibTrans2D1" presStyleIdx="2" presStyleCnt="4"/>
      <dgm:spPr/>
    </dgm:pt>
    <dgm:pt modelId="{F8C016D0-6B10-4617-9E50-523302C813F3}" type="pres">
      <dgm:prSet presAssocID="{A1B70B91-1CC3-4C0D-959D-6FBCF5F1B5B0}" presName="node" presStyleLbl="node1" presStyleIdx="3" presStyleCnt="5">
        <dgm:presLayoutVars>
          <dgm:bulletEnabled val="1"/>
        </dgm:presLayoutVars>
      </dgm:prSet>
      <dgm:spPr/>
    </dgm:pt>
    <dgm:pt modelId="{AB73B3C2-48C3-4F47-9391-84297CE7A6A3}" type="pres">
      <dgm:prSet presAssocID="{11B15645-AD6F-47B0-828C-22BA8D4F19E4}" presName="sibTrans" presStyleLbl="sibTrans2D1" presStyleIdx="3" presStyleCnt="4"/>
      <dgm:spPr/>
    </dgm:pt>
    <dgm:pt modelId="{7F7C85DE-E61C-46F5-818D-C4AFA5F6C236}" type="pres">
      <dgm:prSet presAssocID="{11B15645-AD6F-47B0-828C-22BA8D4F19E4}" presName="connectorText" presStyleLbl="sibTrans2D1" presStyleIdx="3" presStyleCnt="4"/>
      <dgm:spPr/>
    </dgm:pt>
    <dgm:pt modelId="{2C13A89C-A1CE-47F2-BEFA-D74C91BF626C}" type="pres">
      <dgm:prSet presAssocID="{2B775704-A409-4DE7-B443-18E9012AFE96}" presName="node" presStyleLbl="node1" presStyleIdx="4" presStyleCnt="5">
        <dgm:presLayoutVars>
          <dgm:bulletEnabled val="1"/>
        </dgm:presLayoutVars>
      </dgm:prSet>
      <dgm:spPr/>
    </dgm:pt>
  </dgm:ptLst>
  <dgm:cxnLst>
    <dgm:cxn modelId="{B2CDFF0A-9324-40E0-86BC-5CE9041C5E5B}" type="presOf" srcId="{6E4A73A1-512F-4740-B1C3-C87B6323B761}" destId="{0933F3CC-FA61-484B-95D7-B65731DF9718}" srcOrd="0" destOrd="0" presId="urn:microsoft.com/office/officeart/2005/8/layout/process1"/>
    <dgm:cxn modelId="{7BC67A19-269E-45BF-B9D8-0EAAFCE96D63}" srcId="{8E96220D-DC92-4C86-8769-1C865A0E8E04}" destId="{16315E78-6C89-4A1C-808E-DD9E9A4D5A7E}" srcOrd="0" destOrd="0" parTransId="{6A2E3381-E559-4B3A-A916-8323B8C17207}" sibTransId="{0718CE4C-5CAC-46F2-9A21-332F30459A59}"/>
    <dgm:cxn modelId="{A6F13829-FA20-4B5F-928E-EDA64DC2D729}" srcId="{8E96220D-DC92-4C86-8769-1C865A0E8E04}" destId="{A1B70B91-1CC3-4C0D-959D-6FBCF5F1B5B0}" srcOrd="3" destOrd="0" parTransId="{190752A7-6A11-4A46-8A20-66C88F2DA9D2}" sibTransId="{11B15645-AD6F-47B0-828C-22BA8D4F19E4}"/>
    <dgm:cxn modelId="{7353882C-28C0-4708-A4EA-AB3169C113DD}" type="presOf" srcId="{FEF1983C-24E0-4B4B-8CD3-1D914C84FD0C}" destId="{5A0E3290-DDA4-4C21-831E-0B204DD24651}" srcOrd="1" destOrd="0" presId="urn:microsoft.com/office/officeart/2005/8/layout/process1"/>
    <dgm:cxn modelId="{F08AF835-E254-4EA5-8506-625042E9E824}" type="presOf" srcId="{2B775704-A409-4DE7-B443-18E9012AFE96}" destId="{2C13A89C-A1CE-47F2-BEFA-D74C91BF626C}" srcOrd="0" destOrd="0" presId="urn:microsoft.com/office/officeart/2005/8/layout/process1"/>
    <dgm:cxn modelId="{C5230D6A-5014-4067-BB1F-3527AF01BE49}" type="presOf" srcId="{11B15645-AD6F-47B0-828C-22BA8D4F19E4}" destId="{AB73B3C2-48C3-4F47-9391-84297CE7A6A3}" srcOrd="0" destOrd="0" presId="urn:microsoft.com/office/officeart/2005/8/layout/process1"/>
    <dgm:cxn modelId="{5D2F4073-56AD-48C7-B310-A82B31D03B8F}" type="presOf" srcId="{16315E78-6C89-4A1C-808E-DD9E9A4D5A7E}" destId="{A6A7B067-6EF8-40D9-8D6F-74F133C25B7D}" srcOrd="0" destOrd="0" presId="urn:microsoft.com/office/officeart/2005/8/layout/process1"/>
    <dgm:cxn modelId="{A9727E79-A973-4DDF-9798-7BE33368FCF6}" type="presOf" srcId="{FEF1983C-24E0-4B4B-8CD3-1D914C84FD0C}" destId="{06780607-6AD6-47BD-9368-787320CEEAC4}" srcOrd="0" destOrd="0" presId="urn:microsoft.com/office/officeart/2005/8/layout/process1"/>
    <dgm:cxn modelId="{E07AD086-A7F8-4F71-94E0-808B7E93301E}" type="presOf" srcId="{8E96220D-DC92-4C86-8769-1C865A0E8E04}" destId="{73632AB3-DC67-48E7-9883-2494CEF59DAA}" srcOrd="0" destOrd="0" presId="urn:microsoft.com/office/officeart/2005/8/layout/process1"/>
    <dgm:cxn modelId="{23C0CA8A-BC93-4BF1-964E-A24DD52E6249}" type="presOf" srcId="{A1B70B91-1CC3-4C0D-959D-6FBCF5F1B5B0}" destId="{F8C016D0-6B10-4617-9E50-523302C813F3}" srcOrd="0" destOrd="0" presId="urn:microsoft.com/office/officeart/2005/8/layout/process1"/>
    <dgm:cxn modelId="{5827C094-D2A5-450A-8722-F83B6475A876}" srcId="{8E96220D-DC92-4C86-8769-1C865A0E8E04}" destId="{B74EF45B-2E26-43F1-B323-18C08CC232FC}" srcOrd="2" destOrd="0" parTransId="{50A211FC-3EA0-45ED-9CAE-5449C0266499}" sibTransId="{FEF1983C-24E0-4B4B-8CD3-1D914C84FD0C}"/>
    <dgm:cxn modelId="{2C6E8897-C509-4CE9-B242-607C9C27A007}" type="presOf" srcId="{11B15645-AD6F-47B0-828C-22BA8D4F19E4}" destId="{7F7C85DE-E61C-46F5-818D-C4AFA5F6C236}" srcOrd="1" destOrd="0" presId="urn:microsoft.com/office/officeart/2005/8/layout/process1"/>
    <dgm:cxn modelId="{BB695BA6-1D92-44BD-A657-E17BD5C32FE6}" type="presOf" srcId="{E98045A0-8B0E-470A-B745-EBB92B9664DA}" destId="{B4341C65-EB7C-4BC6-B62B-200052E8AEDC}" srcOrd="1" destOrd="0" presId="urn:microsoft.com/office/officeart/2005/8/layout/process1"/>
    <dgm:cxn modelId="{C880DCB2-92AF-43C2-BD31-1D285DB682D6}" type="presOf" srcId="{0718CE4C-5CAC-46F2-9A21-332F30459A59}" destId="{61C4E812-CDC4-4622-88AB-E9D501D1EBF4}" srcOrd="0" destOrd="0" presId="urn:microsoft.com/office/officeart/2005/8/layout/process1"/>
    <dgm:cxn modelId="{813554B6-7D8E-4939-A0AF-EA64A7D3EDCC}" srcId="{8E96220D-DC92-4C86-8769-1C865A0E8E04}" destId="{6E4A73A1-512F-4740-B1C3-C87B6323B761}" srcOrd="1" destOrd="0" parTransId="{76AAF710-FAF3-427B-B693-D371255FB828}" sibTransId="{E98045A0-8B0E-470A-B745-EBB92B9664DA}"/>
    <dgm:cxn modelId="{BD187DBD-811B-4F97-B55D-F6CB64F2490B}" srcId="{8E96220D-DC92-4C86-8769-1C865A0E8E04}" destId="{2B775704-A409-4DE7-B443-18E9012AFE96}" srcOrd="4" destOrd="0" parTransId="{451CF688-CEA7-4445-B308-A8D6B4900DD1}" sibTransId="{BD401C3C-A161-4639-BA5C-72619242EFF4}"/>
    <dgm:cxn modelId="{27A66ECD-E5DE-4758-83C5-37BEA42BCD02}" type="presOf" srcId="{B74EF45B-2E26-43F1-B323-18C08CC232FC}" destId="{1CB00B36-41A8-4881-97B0-59378C163CE0}" srcOrd="0" destOrd="0" presId="urn:microsoft.com/office/officeart/2005/8/layout/process1"/>
    <dgm:cxn modelId="{9BE1C7E1-7264-47FC-BE8D-79890FF3A06B}" type="presOf" srcId="{E98045A0-8B0E-470A-B745-EBB92B9664DA}" destId="{94FD344E-31D9-49F2-8340-A05C27482CA3}" srcOrd="0" destOrd="0" presId="urn:microsoft.com/office/officeart/2005/8/layout/process1"/>
    <dgm:cxn modelId="{FB15E8F3-1CA4-44DD-8C31-D451A2A1C44F}" type="presOf" srcId="{0718CE4C-5CAC-46F2-9A21-332F30459A59}" destId="{0544DF9F-2CB7-4724-A47E-5237D2A6C7EA}" srcOrd="1" destOrd="0" presId="urn:microsoft.com/office/officeart/2005/8/layout/process1"/>
    <dgm:cxn modelId="{0EF2D3A1-13E8-4559-89D1-5ECFC0C2F9DF}" type="presParOf" srcId="{73632AB3-DC67-48E7-9883-2494CEF59DAA}" destId="{A6A7B067-6EF8-40D9-8D6F-74F133C25B7D}" srcOrd="0" destOrd="0" presId="urn:microsoft.com/office/officeart/2005/8/layout/process1"/>
    <dgm:cxn modelId="{1564D358-21A7-4E1C-AAF4-EF02E1BB064D}" type="presParOf" srcId="{73632AB3-DC67-48E7-9883-2494CEF59DAA}" destId="{61C4E812-CDC4-4622-88AB-E9D501D1EBF4}" srcOrd="1" destOrd="0" presId="urn:microsoft.com/office/officeart/2005/8/layout/process1"/>
    <dgm:cxn modelId="{3F015E50-2E34-4C4B-B836-5C767FF927A1}" type="presParOf" srcId="{61C4E812-CDC4-4622-88AB-E9D501D1EBF4}" destId="{0544DF9F-2CB7-4724-A47E-5237D2A6C7EA}" srcOrd="0" destOrd="0" presId="urn:microsoft.com/office/officeart/2005/8/layout/process1"/>
    <dgm:cxn modelId="{DC38F683-F177-4651-BBFB-2B17C8795A69}" type="presParOf" srcId="{73632AB3-DC67-48E7-9883-2494CEF59DAA}" destId="{0933F3CC-FA61-484B-95D7-B65731DF9718}" srcOrd="2" destOrd="0" presId="urn:microsoft.com/office/officeart/2005/8/layout/process1"/>
    <dgm:cxn modelId="{0DF4E1F7-1EFD-4424-B148-5872B9D3F220}" type="presParOf" srcId="{73632AB3-DC67-48E7-9883-2494CEF59DAA}" destId="{94FD344E-31D9-49F2-8340-A05C27482CA3}" srcOrd="3" destOrd="0" presId="urn:microsoft.com/office/officeart/2005/8/layout/process1"/>
    <dgm:cxn modelId="{6BA2A8F8-019E-4420-AD2A-102D1BC155B8}" type="presParOf" srcId="{94FD344E-31D9-49F2-8340-A05C27482CA3}" destId="{B4341C65-EB7C-4BC6-B62B-200052E8AEDC}" srcOrd="0" destOrd="0" presId="urn:microsoft.com/office/officeart/2005/8/layout/process1"/>
    <dgm:cxn modelId="{FE64085C-A022-4D05-A66B-C4819DD90698}" type="presParOf" srcId="{73632AB3-DC67-48E7-9883-2494CEF59DAA}" destId="{1CB00B36-41A8-4881-97B0-59378C163CE0}" srcOrd="4" destOrd="0" presId="urn:microsoft.com/office/officeart/2005/8/layout/process1"/>
    <dgm:cxn modelId="{2F70AEA8-5744-4C8D-9B5A-81B6326FA092}" type="presParOf" srcId="{73632AB3-DC67-48E7-9883-2494CEF59DAA}" destId="{06780607-6AD6-47BD-9368-787320CEEAC4}" srcOrd="5" destOrd="0" presId="urn:microsoft.com/office/officeart/2005/8/layout/process1"/>
    <dgm:cxn modelId="{F3047E16-BC17-4DEC-AB8A-1A2E00C78B88}" type="presParOf" srcId="{06780607-6AD6-47BD-9368-787320CEEAC4}" destId="{5A0E3290-DDA4-4C21-831E-0B204DD24651}" srcOrd="0" destOrd="0" presId="urn:microsoft.com/office/officeart/2005/8/layout/process1"/>
    <dgm:cxn modelId="{2CEBB5A3-966D-4D35-B034-4AA793EF82FA}" type="presParOf" srcId="{73632AB3-DC67-48E7-9883-2494CEF59DAA}" destId="{F8C016D0-6B10-4617-9E50-523302C813F3}" srcOrd="6" destOrd="0" presId="urn:microsoft.com/office/officeart/2005/8/layout/process1"/>
    <dgm:cxn modelId="{44B41FFB-5D14-4042-A5B9-9DD9EEC29DA0}" type="presParOf" srcId="{73632AB3-DC67-48E7-9883-2494CEF59DAA}" destId="{AB73B3C2-48C3-4F47-9391-84297CE7A6A3}" srcOrd="7" destOrd="0" presId="urn:microsoft.com/office/officeart/2005/8/layout/process1"/>
    <dgm:cxn modelId="{C8A301F4-6C21-4C48-A4BF-3874E90BF6E0}" type="presParOf" srcId="{AB73B3C2-48C3-4F47-9391-84297CE7A6A3}" destId="{7F7C85DE-E61C-46F5-818D-C4AFA5F6C236}" srcOrd="0" destOrd="0" presId="urn:microsoft.com/office/officeart/2005/8/layout/process1"/>
    <dgm:cxn modelId="{B02FA5C3-0648-424F-983A-06B95731BC06}" type="presParOf" srcId="{73632AB3-DC67-48E7-9883-2494CEF59DAA}" destId="{2C13A89C-A1CE-47F2-BEFA-D74C91BF626C}"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E2B4517-8330-4C51-A607-6818ABC89C1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BEB6ACE7-FCD8-4A4C-97CF-7698A0163F73}">
      <dgm:prSet/>
      <dgm:spPr/>
      <dgm:t>
        <a:bodyPr/>
        <a:lstStyle/>
        <a:p>
          <a:r>
            <a:rPr lang="en-MY"/>
            <a:t>PEAS</a:t>
          </a:r>
        </a:p>
      </dgm:t>
    </dgm:pt>
    <dgm:pt modelId="{92476A2A-3A48-45B1-B0A5-B7F5459FF60F}" type="parTrans" cxnId="{4C30B820-F53B-48E8-ADFF-447EF90DB8FB}">
      <dgm:prSet/>
      <dgm:spPr/>
      <dgm:t>
        <a:bodyPr/>
        <a:lstStyle/>
        <a:p>
          <a:endParaRPr lang="en-MY"/>
        </a:p>
      </dgm:t>
    </dgm:pt>
    <dgm:pt modelId="{9B547642-87B5-4E45-9AC6-E92498C7724B}" type="sibTrans" cxnId="{4C30B820-F53B-48E8-ADFF-447EF90DB8FB}">
      <dgm:prSet/>
      <dgm:spPr/>
      <dgm:t>
        <a:bodyPr/>
        <a:lstStyle/>
        <a:p>
          <a:endParaRPr lang="en-MY"/>
        </a:p>
      </dgm:t>
    </dgm:pt>
    <dgm:pt modelId="{8C491A55-64CA-4CA4-8042-38BD9BDE5C42}" type="pres">
      <dgm:prSet presAssocID="{6E2B4517-8330-4C51-A607-6818ABC89C18}" presName="linear" presStyleCnt="0">
        <dgm:presLayoutVars>
          <dgm:animLvl val="lvl"/>
          <dgm:resizeHandles val="exact"/>
        </dgm:presLayoutVars>
      </dgm:prSet>
      <dgm:spPr/>
    </dgm:pt>
    <dgm:pt modelId="{763D2BB4-E2A1-477C-B0B7-10BEE5DDAE22}" type="pres">
      <dgm:prSet presAssocID="{BEB6ACE7-FCD8-4A4C-97CF-7698A0163F73}" presName="parentText" presStyleLbl="node1" presStyleIdx="0" presStyleCnt="1">
        <dgm:presLayoutVars>
          <dgm:chMax val="0"/>
          <dgm:bulletEnabled val="1"/>
        </dgm:presLayoutVars>
      </dgm:prSet>
      <dgm:spPr/>
    </dgm:pt>
  </dgm:ptLst>
  <dgm:cxnLst>
    <dgm:cxn modelId="{4C30B820-F53B-48E8-ADFF-447EF90DB8FB}" srcId="{6E2B4517-8330-4C51-A607-6818ABC89C18}" destId="{BEB6ACE7-FCD8-4A4C-97CF-7698A0163F73}" srcOrd="0" destOrd="0" parTransId="{92476A2A-3A48-45B1-B0A5-B7F5459FF60F}" sibTransId="{9B547642-87B5-4E45-9AC6-E92498C7724B}"/>
    <dgm:cxn modelId="{1B26E027-3DE3-4AAF-9215-D1BB7CDC6250}" type="presOf" srcId="{BEB6ACE7-FCD8-4A4C-97CF-7698A0163F73}" destId="{763D2BB4-E2A1-477C-B0B7-10BEE5DDAE22}" srcOrd="0" destOrd="0" presId="urn:microsoft.com/office/officeart/2005/8/layout/vList2"/>
    <dgm:cxn modelId="{6DEAE3C6-E645-4303-B7D3-2415F1F65983}" type="presOf" srcId="{6E2B4517-8330-4C51-A607-6818ABC89C18}" destId="{8C491A55-64CA-4CA4-8042-38BD9BDE5C42}" srcOrd="0" destOrd="0" presId="urn:microsoft.com/office/officeart/2005/8/layout/vList2"/>
    <dgm:cxn modelId="{2F964176-873D-40ED-9D3B-2A448F61E634}" type="presParOf" srcId="{8C491A55-64CA-4CA4-8042-38BD9BDE5C42}" destId="{763D2BB4-E2A1-477C-B0B7-10BEE5DDAE2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604DFAA-8A62-499D-AAE5-0075EE21F2F0}"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Y"/>
        </a:p>
      </dgm:t>
    </dgm:pt>
    <dgm:pt modelId="{C74DEA0A-AB94-48A8-9E0F-567A9C99825E}">
      <dgm:prSet/>
      <dgm:spPr/>
      <dgm:t>
        <a:bodyPr/>
        <a:lstStyle/>
        <a:p>
          <a:r>
            <a:rPr lang="en-MY"/>
            <a:t>Agent: Part-picking robot</a:t>
          </a:r>
        </a:p>
      </dgm:t>
    </dgm:pt>
    <dgm:pt modelId="{A9CAB467-3CDD-4282-8493-62656C10D4FA}" type="parTrans" cxnId="{40F7C7DD-637E-44C8-A59C-A4FE944A1BA7}">
      <dgm:prSet/>
      <dgm:spPr/>
      <dgm:t>
        <a:bodyPr/>
        <a:lstStyle/>
        <a:p>
          <a:endParaRPr lang="en-MY"/>
        </a:p>
      </dgm:t>
    </dgm:pt>
    <dgm:pt modelId="{4EE25FD6-5A71-457C-9775-F4D9E90614BC}" type="sibTrans" cxnId="{40F7C7DD-637E-44C8-A59C-A4FE944A1BA7}">
      <dgm:prSet/>
      <dgm:spPr/>
      <dgm:t>
        <a:bodyPr/>
        <a:lstStyle/>
        <a:p>
          <a:endParaRPr lang="en-MY"/>
        </a:p>
      </dgm:t>
    </dgm:pt>
    <dgm:pt modelId="{C7969774-AD15-47CE-828E-BA272CB8B57F}">
      <dgm:prSet/>
      <dgm:spPr/>
      <dgm:t>
        <a:bodyPr/>
        <a:lstStyle/>
        <a:p>
          <a:r>
            <a:rPr lang="en-MY"/>
            <a:t>Performance measure: Percentage of parts in correct bins</a:t>
          </a:r>
        </a:p>
      </dgm:t>
    </dgm:pt>
    <dgm:pt modelId="{E8F5673A-4213-425C-89E7-F304ABE74D9F}" type="parTrans" cxnId="{65921661-3EC7-4897-8BD9-71276E0342A0}">
      <dgm:prSet/>
      <dgm:spPr/>
      <dgm:t>
        <a:bodyPr/>
        <a:lstStyle/>
        <a:p>
          <a:endParaRPr lang="en-MY"/>
        </a:p>
      </dgm:t>
    </dgm:pt>
    <dgm:pt modelId="{87927056-D22E-4831-A243-ACD1AAADBF66}" type="sibTrans" cxnId="{65921661-3EC7-4897-8BD9-71276E0342A0}">
      <dgm:prSet/>
      <dgm:spPr/>
      <dgm:t>
        <a:bodyPr/>
        <a:lstStyle/>
        <a:p>
          <a:endParaRPr lang="en-MY"/>
        </a:p>
      </dgm:t>
    </dgm:pt>
    <dgm:pt modelId="{76A6B3B5-4001-4D09-B7A6-48F2F04346F4}">
      <dgm:prSet/>
      <dgm:spPr/>
      <dgm:t>
        <a:bodyPr/>
        <a:lstStyle/>
        <a:p>
          <a:r>
            <a:rPr lang="en-MY"/>
            <a:t>Environment: Conveyor belt with parts, bins</a:t>
          </a:r>
        </a:p>
      </dgm:t>
    </dgm:pt>
    <dgm:pt modelId="{73944542-F9F5-43FB-9CC9-97968D4EACFF}" type="parTrans" cxnId="{2095D6BB-1696-4D48-B870-85C63C8D281E}">
      <dgm:prSet/>
      <dgm:spPr/>
      <dgm:t>
        <a:bodyPr/>
        <a:lstStyle/>
        <a:p>
          <a:endParaRPr lang="en-MY"/>
        </a:p>
      </dgm:t>
    </dgm:pt>
    <dgm:pt modelId="{220A9B30-8172-4BFB-83FA-967F52D90446}" type="sibTrans" cxnId="{2095D6BB-1696-4D48-B870-85C63C8D281E}">
      <dgm:prSet/>
      <dgm:spPr/>
      <dgm:t>
        <a:bodyPr/>
        <a:lstStyle/>
        <a:p>
          <a:endParaRPr lang="en-MY"/>
        </a:p>
      </dgm:t>
    </dgm:pt>
    <dgm:pt modelId="{22DAD42D-1A80-43AA-9A60-33E6D3F335C9}">
      <dgm:prSet/>
      <dgm:spPr/>
      <dgm:t>
        <a:bodyPr/>
        <a:lstStyle/>
        <a:p>
          <a:r>
            <a:rPr lang="en-MY"/>
            <a:t>Actuators: Jointed arm and hand</a:t>
          </a:r>
        </a:p>
      </dgm:t>
    </dgm:pt>
    <dgm:pt modelId="{AC1C5C74-F8A0-48BF-9475-48DAB26166BF}" type="parTrans" cxnId="{F14DB9EC-CE4E-494B-95CF-906E4071E808}">
      <dgm:prSet/>
      <dgm:spPr/>
      <dgm:t>
        <a:bodyPr/>
        <a:lstStyle/>
        <a:p>
          <a:endParaRPr lang="en-MY"/>
        </a:p>
      </dgm:t>
    </dgm:pt>
    <dgm:pt modelId="{98164F2A-9FFE-4505-A459-9269D57CC472}" type="sibTrans" cxnId="{F14DB9EC-CE4E-494B-95CF-906E4071E808}">
      <dgm:prSet/>
      <dgm:spPr/>
      <dgm:t>
        <a:bodyPr/>
        <a:lstStyle/>
        <a:p>
          <a:endParaRPr lang="en-MY"/>
        </a:p>
      </dgm:t>
    </dgm:pt>
    <dgm:pt modelId="{7AD759A4-476F-42FE-8AF2-0E9A39B8FEC0}">
      <dgm:prSet/>
      <dgm:spPr/>
      <dgm:t>
        <a:bodyPr/>
        <a:lstStyle/>
        <a:p>
          <a:r>
            <a:rPr lang="en-MY"/>
            <a:t>Sensors: Camera, joint angle sensors</a:t>
          </a:r>
        </a:p>
      </dgm:t>
    </dgm:pt>
    <dgm:pt modelId="{9AE72D7C-D829-4BD7-AB00-F37DEF92D82D}" type="parTrans" cxnId="{6197CF32-EF35-49BF-A042-CFC6D5DE9049}">
      <dgm:prSet/>
      <dgm:spPr/>
      <dgm:t>
        <a:bodyPr/>
        <a:lstStyle/>
        <a:p>
          <a:endParaRPr lang="en-MY"/>
        </a:p>
      </dgm:t>
    </dgm:pt>
    <dgm:pt modelId="{E80CE722-A521-4078-85E6-4C365A27C261}" type="sibTrans" cxnId="{6197CF32-EF35-49BF-A042-CFC6D5DE9049}">
      <dgm:prSet/>
      <dgm:spPr/>
      <dgm:t>
        <a:bodyPr/>
        <a:lstStyle/>
        <a:p>
          <a:endParaRPr lang="en-MY"/>
        </a:p>
      </dgm:t>
    </dgm:pt>
    <dgm:pt modelId="{285425C6-D009-4B42-BA55-18F0729E27D6}" type="pres">
      <dgm:prSet presAssocID="{5604DFAA-8A62-499D-AAE5-0075EE21F2F0}" presName="Name0" presStyleCnt="0">
        <dgm:presLayoutVars>
          <dgm:chMax val="7"/>
          <dgm:dir/>
          <dgm:animLvl val="lvl"/>
          <dgm:resizeHandles val="exact"/>
        </dgm:presLayoutVars>
      </dgm:prSet>
      <dgm:spPr/>
    </dgm:pt>
    <dgm:pt modelId="{43C75F14-B5FE-4A8E-B644-DEC7FEE21FE7}" type="pres">
      <dgm:prSet presAssocID="{C74DEA0A-AB94-48A8-9E0F-567A9C99825E}" presName="circle1" presStyleLbl="node1" presStyleIdx="0" presStyleCnt="5"/>
      <dgm:spPr/>
    </dgm:pt>
    <dgm:pt modelId="{FBBC01C1-5DF7-4C17-9C0B-7BC3431A5B3F}" type="pres">
      <dgm:prSet presAssocID="{C74DEA0A-AB94-48A8-9E0F-567A9C99825E}" presName="space" presStyleCnt="0"/>
      <dgm:spPr/>
    </dgm:pt>
    <dgm:pt modelId="{AEDCB1A2-82CD-438F-92FD-CAEC749D87A0}" type="pres">
      <dgm:prSet presAssocID="{C74DEA0A-AB94-48A8-9E0F-567A9C99825E}" presName="rect1" presStyleLbl="alignAcc1" presStyleIdx="0" presStyleCnt="5"/>
      <dgm:spPr/>
    </dgm:pt>
    <dgm:pt modelId="{66045753-EA56-417E-BEB4-D13073D6EAE9}" type="pres">
      <dgm:prSet presAssocID="{C7969774-AD15-47CE-828E-BA272CB8B57F}" presName="vertSpace2" presStyleLbl="node1" presStyleIdx="0" presStyleCnt="5"/>
      <dgm:spPr/>
    </dgm:pt>
    <dgm:pt modelId="{3613A003-44DA-4F2E-B46A-EB657FB6571B}" type="pres">
      <dgm:prSet presAssocID="{C7969774-AD15-47CE-828E-BA272CB8B57F}" presName="circle2" presStyleLbl="node1" presStyleIdx="1" presStyleCnt="5"/>
      <dgm:spPr/>
    </dgm:pt>
    <dgm:pt modelId="{85EE0693-E55C-48F5-9DCB-4F67E8E3A26F}" type="pres">
      <dgm:prSet presAssocID="{C7969774-AD15-47CE-828E-BA272CB8B57F}" presName="rect2" presStyleLbl="alignAcc1" presStyleIdx="1" presStyleCnt="5"/>
      <dgm:spPr/>
    </dgm:pt>
    <dgm:pt modelId="{D39A2818-CC3E-4EC8-A4F5-2ADDBC1E757E}" type="pres">
      <dgm:prSet presAssocID="{76A6B3B5-4001-4D09-B7A6-48F2F04346F4}" presName="vertSpace3" presStyleLbl="node1" presStyleIdx="1" presStyleCnt="5"/>
      <dgm:spPr/>
    </dgm:pt>
    <dgm:pt modelId="{8375AE1E-6D46-42B0-8F51-71B889B71AC1}" type="pres">
      <dgm:prSet presAssocID="{76A6B3B5-4001-4D09-B7A6-48F2F04346F4}" presName="circle3" presStyleLbl="node1" presStyleIdx="2" presStyleCnt="5"/>
      <dgm:spPr/>
    </dgm:pt>
    <dgm:pt modelId="{411401A4-40F1-4BED-BAD9-CA9220476CBD}" type="pres">
      <dgm:prSet presAssocID="{76A6B3B5-4001-4D09-B7A6-48F2F04346F4}" presName="rect3" presStyleLbl="alignAcc1" presStyleIdx="2" presStyleCnt="5"/>
      <dgm:spPr/>
    </dgm:pt>
    <dgm:pt modelId="{4B9C31E8-CB91-4C48-98CD-D232C4F14C0F}" type="pres">
      <dgm:prSet presAssocID="{22DAD42D-1A80-43AA-9A60-33E6D3F335C9}" presName="vertSpace4" presStyleLbl="node1" presStyleIdx="2" presStyleCnt="5"/>
      <dgm:spPr/>
    </dgm:pt>
    <dgm:pt modelId="{A2E4C8E4-2A75-465D-BBA6-A06DCC9BB977}" type="pres">
      <dgm:prSet presAssocID="{22DAD42D-1A80-43AA-9A60-33E6D3F335C9}" presName="circle4" presStyleLbl="node1" presStyleIdx="3" presStyleCnt="5"/>
      <dgm:spPr/>
    </dgm:pt>
    <dgm:pt modelId="{56F7C501-3A24-4BDD-A553-6B81F81541D6}" type="pres">
      <dgm:prSet presAssocID="{22DAD42D-1A80-43AA-9A60-33E6D3F335C9}" presName="rect4" presStyleLbl="alignAcc1" presStyleIdx="3" presStyleCnt="5"/>
      <dgm:spPr/>
    </dgm:pt>
    <dgm:pt modelId="{EF6407D6-D5F0-4B2E-9E9A-4BBAF900CF1F}" type="pres">
      <dgm:prSet presAssocID="{7AD759A4-476F-42FE-8AF2-0E9A39B8FEC0}" presName="vertSpace5" presStyleLbl="node1" presStyleIdx="3" presStyleCnt="5"/>
      <dgm:spPr/>
    </dgm:pt>
    <dgm:pt modelId="{81D10EAF-E3F8-4C4F-8B29-BD119DB62B6C}" type="pres">
      <dgm:prSet presAssocID="{7AD759A4-476F-42FE-8AF2-0E9A39B8FEC0}" presName="circle5" presStyleLbl="node1" presStyleIdx="4" presStyleCnt="5"/>
      <dgm:spPr/>
    </dgm:pt>
    <dgm:pt modelId="{C735C97D-8FE2-4824-B0D2-72DA1D308A73}" type="pres">
      <dgm:prSet presAssocID="{7AD759A4-476F-42FE-8AF2-0E9A39B8FEC0}" presName="rect5" presStyleLbl="alignAcc1" presStyleIdx="4" presStyleCnt="5"/>
      <dgm:spPr/>
    </dgm:pt>
    <dgm:pt modelId="{E3BE7E93-C9B2-4512-89A6-0CED420DF0DF}" type="pres">
      <dgm:prSet presAssocID="{C74DEA0A-AB94-48A8-9E0F-567A9C99825E}" presName="rect1ParTxNoCh" presStyleLbl="alignAcc1" presStyleIdx="4" presStyleCnt="5">
        <dgm:presLayoutVars>
          <dgm:chMax val="1"/>
          <dgm:bulletEnabled val="1"/>
        </dgm:presLayoutVars>
      </dgm:prSet>
      <dgm:spPr/>
    </dgm:pt>
    <dgm:pt modelId="{4AD15ADD-DEA4-481C-AEBE-C2D93CBB8C14}" type="pres">
      <dgm:prSet presAssocID="{C7969774-AD15-47CE-828E-BA272CB8B57F}" presName="rect2ParTxNoCh" presStyleLbl="alignAcc1" presStyleIdx="4" presStyleCnt="5">
        <dgm:presLayoutVars>
          <dgm:chMax val="1"/>
          <dgm:bulletEnabled val="1"/>
        </dgm:presLayoutVars>
      </dgm:prSet>
      <dgm:spPr/>
    </dgm:pt>
    <dgm:pt modelId="{11A012C3-F2AC-4F86-825D-468D57DF975F}" type="pres">
      <dgm:prSet presAssocID="{76A6B3B5-4001-4D09-B7A6-48F2F04346F4}" presName="rect3ParTxNoCh" presStyleLbl="alignAcc1" presStyleIdx="4" presStyleCnt="5">
        <dgm:presLayoutVars>
          <dgm:chMax val="1"/>
          <dgm:bulletEnabled val="1"/>
        </dgm:presLayoutVars>
      </dgm:prSet>
      <dgm:spPr/>
    </dgm:pt>
    <dgm:pt modelId="{ED212BA8-4D51-4C8D-8623-1CDEBD984007}" type="pres">
      <dgm:prSet presAssocID="{22DAD42D-1A80-43AA-9A60-33E6D3F335C9}" presName="rect4ParTxNoCh" presStyleLbl="alignAcc1" presStyleIdx="4" presStyleCnt="5">
        <dgm:presLayoutVars>
          <dgm:chMax val="1"/>
          <dgm:bulletEnabled val="1"/>
        </dgm:presLayoutVars>
      </dgm:prSet>
      <dgm:spPr/>
    </dgm:pt>
    <dgm:pt modelId="{9F502BC6-FBA4-468B-A535-13F4E125C2F7}" type="pres">
      <dgm:prSet presAssocID="{7AD759A4-476F-42FE-8AF2-0E9A39B8FEC0}" presName="rect5ParTxNoCh" presStyleLbl="alignAcc1" presStyleIdx="4" presStyleCnt="5">
        <dgm:presLayoutVars>
          <dgm:chMax val="1"/>
          <dgm:bulletEnabled val="1"/>
        </dgm:presLayoutVars>
      </dgm:prSet>
      <dgm:spPr/>
    </dgm:pt>
  </dgm:ptLst>
  <dgm:cxnLst>
    <dgm:cxn modelId="{52CC2A08-AFB0-4B3A-AE99-0219259239DD}" type="presOf" srcId="{22DAD42D-1A80-43AA-9A60-33E6D3F335C9}" destId="{ED212BA8-4D51-4C8D-8623-1CDEBD984007}" srcOrd="1" destOrd="0" presId="urn:microsoft.com/office/officeart/2005/8/layout/target3"/>
    <dgm:cxn modelId="{6197CF32-EF35-49BF-A042-CFC6D5DE9049}" srcId="{5604DFAA-8A62-499D-AAE5-0075EE21F2F0}" destId="{7AD759A4-476F-42FE-8AF2-0E9A39B8FEC0}" srcOrd="4" destOrd="0" parTransId="{9AE72D7C-D829-4BD7-AB00-F37DEF92D82D}" sibTransId="{E80CE722-A521-4078-85E6-4C365A27C261}"/>
    <dgm:cxn modelId="{CC88603D-B26A-4829-AC56-A8EFEFC90419}" type="presOf" srcId="{C74DEA0A-AB94-48A8-9E0F-567A9C99825E}" destId="{E3BE7E93-C9B2-4512-89A6-0CED420DF0DF}" srcOrd="1" destOrd="0" presId="urn:microsoft.com/office/officeart/2005/8/layout/target3"/>
    <dgm:cxn modelId="{65921661-3EC7-4897-8BD9-71276E0342A0}" srcId="{5604DFAA-8A62-499D-AAE5-0075EE21F2F0}" destId="{C7969774-AD15-47CE-828E-BA272CB8B57F}" srcOrd="1" destOrd="0" parTransId="{E8F5673A-4213-425C-89E7-F304ABE74D9F}" sibTransId="{87927056-D22E-4831-A243-ACD1AAADBF66}"/>
    <dgm:cxn modelId="{CBA18587-A3A1-42FC-BB61-3477703683B0}" type="presOf" srcId="{76A6B3B5-4001-4D09-B7A6-48F2F04346F4}" destId="{411401A4-40F1-4BED-BAD9-CA9220476CBD}" srcOrd="0" destOrd="0" presId="urn:microsoft.com/office/officeart/2005/8/layout/target3"/>
    <dgm:cxn modelId="{13EC1999-772E-4C1D-9802-C6F45F6B33CC}" type="presOf" srcId="{C7969774-AD15-47CE-828E-BA272CB8B57F}" destId="{4AD15ADD-DEA4-481C-AEBE-C2D93CBB8C14}" srcOrd="1" destOrd="0" presId="urn:microsoft.com/office/officeart/2005/8/layout/target3"/>
    <dgm:cxn modelId="{55DD1CB8-BB84-4DEE-93B9-D1126FBE6098}" type="presOf" srcId="{7AD759A4-476F-42FE-8AF2-0E9A39B8FEC0}" destId="{C735C97D-8FE2-4824-B0D2-72DA1D308A73}" srcOrd="0" destOrd="0" presId="urn:microsoft.com/office/officeart/2005/8/layout/target3"/>
    <dgm:cxn modelId="{2095D6BB-1696-4D48-B870-85C63C8D281E}" srcId="{5604DFAA-8A62-499D-AAE5-0075EE21F2F0}" destId="{76A6B3B5-4001-4D09-B7A6-48F2F04346F4}" srcOrd="2" destOrd="0" parTransId="{73944542-F9F5-43FB-9CC9-97968D4EACFF}" sibTransId="{220A9B30-8172-4BFB-83FA-967F52D90446}"/>
    <dgm:cxn modelId="{142AE9C0-158C-4B01-B24A-4F5540B8683C}" type="presOf" srcId="{76A6B3B5-4001-4D09-B7A6-48F2F04346F4}" destId="{11A012C3-F2AC-4F86-825D-468D57DF975F}" srcOrd="1" destOrd="0" presId="urn:microsoft.com/office/officeart/2005/8/layout/target3"/>
    <dgm:cxn modelId="{E9376FDC-5F76-4533-9BD0-F6B29882901D}" type="presOf" srcId="{22DAD42D-1A80-43AA-9A60-33E6D3F335C9}" destId="{56F7C501-3A24-4BDD-A553-6B81F81541D6}" srcOrd="0" destOrd="0" presId="urn:microsoft.com/office/officeart/2005/8/layout/target3"/>
    <dgm:cxn modelId="{40F7C7DD-637E-44C8-A59C-A4FE944A1BA7}" srcId="{5604DFAA-8A62-499D-AAE5-0075EE21F2F0}" destId="{C74DEA0A-AB94-48A8-9E0F-567A9C99825E}" srcOrd="0" destOrd="0" parTransId="{A9CAB467-3CDD-4282-8493-62656C10D4FA}" sibTransId="{4EE25FD6-5A71-457C-9775-F4D9E90614BC}"/>
    <dgm:cxn modelId="{E1CE0FE3-5DF2-4079-BC95-70BB7B499B62}" type="presOf" srcId="{C7969774-AD15-47CE-828E-BA272CB8B57F}" destId="{85EE0693-E55C-48F5-9DCB-4F67E8E3A26F}" srcOrd="0" destOrd="0" presId="urn:microsoft.com/office/officeart/2005/8/layout/target3"/>
    <dgm:cxn modelId="{F14DB9EC-CE4E-494B-95CF-906E4071E808}" srcId="{5604DFAA-8A62-499D-AAE5-0075EE21F2F0}" destId="{22DAD42D-1A80-43AA-9A60-33E6D3F335C9}" srcOrd="3" destOrd="0" parTransId="{AC1C5C74-F8A0-48BF-9475-48DAB26166BF}" sibTransId="{98164F2A-9FFE-4505-A459-9269D57CC472}"/>
    <dgm:cxn modelId="{FC28A3F3-1B44-4911-AE88-07C4209F5E22}" type="presOf" srcId="{C74DEA0A-AB94-48A8-9E0F-567A9C99825E}" destId="{AEDCB1A2-82CD-438F-92FD-CAEC749D87A0}" srcOrd="0" destOrd="0" presId="urn:microsoft.com/office/officeart/2005/8/layout/target3"/>
    <dgm:cxn modelId="{8B428BF5-8FA0-4D00-A28E-829700B8C5DE}" type="presOf" srcId="{7AD759A4-476F-42FE-8AF2-0E9A39B8FEC0}" destId="{9F502BC6-FBA4-468B-A535-13F4E125C2F7}" srcOrd="1" destOrd="0" presId="urn:microsoft.com/office/officeart/2005/8/layout/target3"/>
    <dgm:cxn modelId="{F6C0EFF7-8863-41D5-A98B-029303ACC2B9}" type="presOf" srcId="{5604DFAA-8A62-499D-AAE5-0075EE21F2F0}" destId="{285425C6-D009-4B42-BA55-18F0729E27D6}" srcOrd="0" destOrd="0" presId="urn:microsoft.com/office/officeart/2005/8/layout/target3"/>
    <dgm:cxn modelId="{72F6C809-9A10-4089-ADFA-7DDB30A6EEB7}" type="presParOf" srcId="{285425C6-D009-4B42-BA55-18F0729E27D6}" destId="{43C75F14-B5FE-4A8E-B644-DEC7FEE21FE7}" srcOrd="0" destOrd="0" presId="urn:microsoft.com/office/officeart/2005/8/layout/target3"/>
    <dgm:cxn modelId="{45562D2A-D888-4BB5-83A6-D9DB0FF38155}" type="presParOf" srcId="{285425C6-D009-4B42-BA55-18F0729E27D6}" destId="{FBBC01C1-5DF7-4C17-9C0B-7BC3431A5B3F}" srcOrd="1" destOrd="0" presId="urn:microsoft.com/office/officeart/2005/8/layout/target3"/>
    <dgm:cxn modelId="{6B2A77E0-9B75-4192-992F-6C088A1AD923}" type="presParOf" srcId="{285425C6-D009-4B42-BA55-18F0729E27D6}" destId="{AEDCB1A2-82CD-438F-92FD-CAEC749D87A0}" srcOrd="2" destOrd="0" presId="urn:microsoft.com/office/officeart/2005/8/layout/target3"/>
    <dgm:cxn modelId="{C0AC95F6-5537-477B-A5A4-CE4E8489D8D8}" type="presParOf" srcId="{285425C6-D009-4B42-BA55-18F0729E27D6}" destId="{66045753-EA56-417E-BEB4-D13073D6EAE9}" srcOrd="3" destOrd="0" presId="urn:microsoft.com/office/officeart/2005/8/layout/target3"/>
    <dgm:cxn modelId="{979A1289-F5D5-4645-8DD4-780E309C5B72}" type="presParOf" srcId="{285425C6-D009-4B42-BA55-18F0729E27D6}" destId="{3613A003-44DA-4F2E-B46A-EB657FB6571B}" srcOrd="4" destOrd="0" presId="urn:microsoft.com/office/officeart/2005/8/layout/target3"/>
    <dgm:cxn modelId="{61DE869F-D559-4605-AC2C-5F570527D4AF}" type="presParOf" srcId="{285425C6-D009-4B42-BA55-18F0729E27D6}" destId="{85EE0693-E55C-48F5-9DCB-4F67E8E3A26F}" srcOrd="5" destOrd="0" presId="urn:microsoft.com/office/officeart/2005/8/layout/target3"/>
    <dgm:cxn modelId="{AE70116D-22B3-499D-B5E1-7FFB08947F47}" type="presParOf" srcId="{285425C6-D009-4B42-BA55-18F0729E27D6}" destId="{D39A2818-CC3E-4EC8-A4F5-2ADDBC1E757E}" srcOrd="6" destOrd="0" presId="urn:microsoft.com/office/officeart/2005/8/layout/target3"/>
    <dgm:cxn modelId="{1B77136D-2778-48C8-BD28-64F73C856C58}" type="presParOf" srcId="{285425C6-D009-4B42-BA55-18F0729E27D6}" destId="{8375AE1E-6D46-42B0-8F51-71B889B71AC1}" srcOrd="7" destOrd="0" presId="urn:microsoft.com/office/officeart/2005/8/layout/target3"/>
    <dgm:cxn modelId="{AF7765F1-BAF4-4549-A4C2-6FA33A5DB115}" type="presParOf" srcId="{285425C6-D009-4B42-BA55-18F0729E27D6}" destId="{411401A4-40F1-4BED-BAD9-CA9220476CBD}" srcOrd="8" destOrd="0" presId="urn:microsoft.com/office/officeart/2005/8/layout/target3"/>
    <dgm:cxn modelId="{4D3733C3-7378-4251-94EF-E46836A2749D}" type="presParOf" srcId="{285425C6-D009-4B42-BA55-18F0729E27D6}" destId="{4B9C31E8-CB91-4C48-98CD-D232C4F14C0F}" srcOrd="9" destOrd="0" presId="urn:microsoft.com/office/officeart/2005/8/layout/target3"/>
    <dgm:cxn modelId="{F3491415-4F62-4FD7-B6ED-419B7628F4DD}" type="presParOf" srcId="{285425C6-D009-4B42-BA55-18F0729E27D6}" destId="{A2E4C8E4-2A75-465D-BBA6-A06DCC9BB977}" srcOrd="10" destOrd="0" presId="urn:microsoft.com/office/officeart/2005/8/layout/target3"/>
    <dgm:cxn modelId="{8CE568D0-F877-4683-AD37-A8E8D94BC833}" type="presParOf" srcId="{285425C6-D009-4B42-BA55-18F0729E27D6}" destId="{56F7C501-3A24-4BDD-A553-6B81F81541D6}" srcOrd="11" destOrd="0" presId="urn:microsoft.com/office/officeart/2005/8/layout/target3"/>
    <dgm:cxn modelId="{F5C107D3-0E1F-444C-98F4-A8736F712208}" type="presParOf" srcId="{285425C6-D009-4B42-BA55-18F0729E27D6}" destId="{EF6407D6-D5F0-4B2E-9E9A-4BBAF900CF1F}" srcOrd="12" destOrd="0" presId="urn:microsoft.com/office/officeart/2005/8/layout/target3"/>
    <dgm:cxn modelId="{88933EBA-8DF5-412B-9538-D621DA6E07D6}" type="presParOf" srcId="{285425C6-D009-4B42-BA55-18F0729E27D6}" destId="{81D10EAF-E3F8-4C4F-8B29-BD119DB62B6C}" srcOrd="13" destOrd="0" presId="urn:microsoft.com/office/officeart/2005/8/layout/target3"/>
    <dgm:cxn modelId="{64EB2015-DFF9-46F7-86E6-F556C6E29AAC}" type="presParOf" srcId="{285425C6-D009-4B42-BA55-18F0729E27D6}" destId="{C735C97D-8FE2-4824-B0D2-72DA1D308A73}" srcOrd="14" destOrd="0" presId="urn:microsoft.com/office/officeart/2005/8/layout/target3"/>
    <dgm:cxn modelId="{02C4AC63-7D5F-40E9-8A21-C4BF420A9D2A}" type="presParOf" srcId="{285425C6-D009-4B42-BA55-18F0729E27D6}" destId="{E3BE7E93-C9B2-4512-89A6-0CED420DF0DF}" srcOrd="15" destOrd="0" presId="urn:microsoft.com/office/officeart/2005/8/layout/target3"/>
    <dgm:cxn modelId="{2A4F199C-E800-469C-B9BF-142682E8FE8F}" type="presParOf" srcId="{285425C6-D009-4B42-BA55-18F0729E27D6}" destId="{4AD15ADD-DEA4-481C-AEBE-C2D93CBB8C14}" srcOrd="16" destOrd="0" presId="urn:microsoft.com/office/officeart/2005/8/layout/target3"/>
    <dgm:cxn modelId="{D8541854-A4D8-445E-A921-35235BF6E808}" type="presParOf" srcId="{285425C6-D009-4B42-BA55-18F0729E27D6}" destId="{11A012C3-F2AC-4F86-825D-468D57DF975F}" srcOrd="17" destOrd="0" presId="urn:microsoft.com/office/officeart/2005/8/layout/target3"/>
    <dgm:cxn modelId="{5BBCDE12-919A-4C4D-9CC7-CA4FEB0E5D9E}" type="presParOf" srcId="{285425C6-D009-4B42-BA55-18F0729E27D6}" destId="{ED212BA8-4D51-4C8D-8623-1CDEBD984007}" srcOrd="18" destOrd="0" presId="urn:microsoft.com/office/officeart/2005/8/layout/target3"/>
    <dgm:cxn modelId="{969E5F0C-A7E7-493E-B2C0-B1B0030EA11D}" type="presParOf" srcId="{285425C6-D009-4B42-BA55-18F0729E27D6}" destId="{9F502BC6-FBA4-468B-A535-13F4E125C2F7}" srcOrd="19"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A3621ED-886C-45E8-938E-D9F031490BD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23333F85-AC51-4AFC-A95D-60836DAA031C}">
      <dgm:prSet/>
      <dgm:spPr/>
      <dgm:t>
        <a:bodyPr/>
        <a:lstStyle/>
        <a:p>
          <a:r>
            <a:rPr lang="en-MY" dirty="0"/>
            <a:t>PEAS</a:t>
          </a:r>
        </a:p>
      </dgm:t>
    </dgm:pt>
    <dgm:pt modelId="{DBD4B668-B74D-40F4-BCC7-753921F9066F}" type="parTrans" cxnId="{E01CF15D-BB92-47E7-A6F6-7EA2ECA91144}">
      <dgm:prSet/>
      <dgm:spPr/>
      <dgm:t>
        <a:bodyPr/>
        <a:lstStyle/>
        <a:p>
          <a:endParaRPr lang="en-MY"/>
        </a:p>
      </dgm:t>
    </dgm:pt>
    <dgm:pt modelId="{BE45EC8F-1029-46CE-8B68-34C070A74A0F}" type="sibTrans" cxnId="{E01CF15D-BB92-47E7-A6F6-7EA2ECA91144}">
      <dgm:prSet/>
      <dgm:spPr/>
      <dgm:t>
        <a:bodyPr/>
        <a:lstStyle/>
        <a:p>
          <a:endParaRPr lang="en-MY"/>
        </a:p>
      </dgm:t>
    </dgm:pt>
    <dgm:pt modelId="{D7CF73DF-1701-4E13-AA9C-AC9C5448260F}" type="pres">
      <dgm:prSet presAssocID="{0A3621ED-886C-45E8-938E-D9F031490BD3}" presName="linear" presStyleCnt="0">
        <dgm:presLayoutVars>
          <dgm:animLvl val="lvl"/>
          <dgm:resizeHandles val="exact"/>
        </dgm:presLayoutVars>
      </dgm:prSet>
      <dgm:spPr/>
    </dgm:pt>
    <dgm:pt modelId="{04E9B4A3-2A37-4A83-934D-FAB1C58D30C3}" type="pres">
      <dgm:prSet presAssocID="{23333F85-AC51-4AFC-A95D-60836DAA031C}" presName="parentText" presStyleLbl="node1" presStyleIdx="0" presStyleCnt="1">
        <dgm:presLayoutVars>
          <dgm:chMax val="0"/>
          <dgm:bulletEnabled val="1"/>
        </dgm:presLayoutVars>
      </dgm:prSet>
      <dgm:spPr/>
    </dgm:pt>
  </dgm:ptLst>
  <dgm:cxnLst>
    <dgm:cxn modelId="{9892BC15-B4A1-4CF4-95DE-97A409F9D095}" type="presOf" srcId="{23333F85-AC51-4AFC-A95D-60836DAA031C}" destId="{04E9B4A3-2A37-4A83-934D-FAB1C58D30C3}" srcOrd="0" destOrd="0" presId="urn:microsoft.com/office/officeart/2005/8/layout/vList2"/>
    <dgm:cxn modelId="{E01CF15D-BB92-47E7-A6F6-7EA2ECA91144}" srcId="{0A3621ED-886C-45E8-938E-D9F031490BD3}" destId="{23333F85-AC51-4AFC-A95D-60836DAA031C}" srcOrd="0" destOrd="0" parTransId="{DBD4B668-B74D-40F4-BCC7-753921F9066F}" sibTransId="{BE45EC8F-1029-46CE-8B68-34C070A74A0F}"/>
    <dgm:cxn modelId="{464892D2-6F82-4875-B2E5-7AF885C76269}" type="presOf" srcId="{0A3621ED-886C-45E8-938E-D9F031490BD3}" destId="{D7CF73DF-1701-4E13-AA9C-AC9C5448260F}" srcOrd="0" destOrd="0" presId="urn:microsoft.com/office/officeart/2005/8/layout/vList2"/>
    <dgm:cxn modelId="{E0D1C63E-7887-4B10-A02B-37F42D67C311}" type="presParOf" srcId="{D7CF73DF-1701-4E13-AA9C-AC9C5448260F}" destId="{04E9B4A3-2A37-4A83-934D-FAB1C58D30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EFB269C8-26D8-425B-9E61-EA633720EA7C}"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Y"/>
        </a:p>
      </dgm:t>
    </dgm:pt>
    <dgm:pt modelId="{5F916413-11F8-4B74-BF56-4A1771332100}">
      <dgm:prSet/>
      <dgm:spPr/>
      <dgm:t>
        <a:bodyPr/>
        <a:lstStyle/>
        <a:p>
          <a:r>
            <a:rPr lang="en-MY"/>
            <a:t>Agent: Interactive English tutor</a:t>
          </a:r>
        </a:p>
      </dgm:t>
    </dgm:pt>
    <dgm:pt modelId="{53C83F7C-E888-4164-9951-24BA274A6E1B}" type="parTrans" cxnId="{35D71DEB-28C1-4258-8AB4-66DC86388348}">
      <dgm:prSet/>
      <dgm:spPr/>
      <dgm:t>
        <a:bodyPr/>
        <a:lstStyle/>
        <a:p>
          <a:endParaRPr lang="en-MY"/>
        </a:p>
      </dgm:t>
    </dgm:pt>
    <dgm:pt modelId="{16583A9B-5D91-468F-A7C0-502975293E2C}" type="sibTrans" cxnId="{35D71DEB-28C1-4258-8AB4-66DC86388348}">
      <dgm:prSet/>
      <dgm:spPr/>
      <dgm:t>
        <a:bodyPr/>
        <a:lstStyle/>
        <a:p>
          <a:endParaRPr lang="en-MY"/>
        </a:p>
      </dgm:t>
    </dgm:pt>
    <dgm:pt modelId="{9DDE90DC-539B-4AAB-A15E-4372F2ADEC44}">
      <dgm:prSet/>
      <dgm:spPr/>
      <dgm:t>
        <a:bodyPr/>
        <a:lstStyle/>
        <a:p>
          <a:r>
            <a:rPr lang="en-MY"/>
            <a:t>Performance measure: Maximize student's score on test</a:t>
          </a:r>
        </a:p>
      </dgm:t>
    </dgm:pt>
    <dgm:pt modelId="{31081497-0FE7-4FEB-B082-E2786E7306F9}" type="parTrans" cxnId="{07D2D01F-5DE1-4D9C-B4AF-15B974D8AC7A}">
      <dgm:prSet/>
      <dgm:spPr/>
      <dgm:t>
        <a:bodyPr/>
        <a:lstStyle/>
        <a:p>
          <a:endParaRPr lang="en-MY"/>
        </a:p>
      </dgm:t>
    </dgm:pt>
    <dgm:pt modelId="{59847C4E-C7CA-488B-9AEA-CD24C37F1DA5}" type="sibTrans" cxnId="{07D2D01F-5DE1-4D9C-B4AF-15B974D8AC7A}">
      <dgm:prSet/>
      <dgm:spPr/>
      <dgm:t>
        <a:bodyPr/>
        <a:lstStyle/>
        <a:p>
          <a:endParaRPr lang="en-MY"/>
        </a:p>
      </dgm:t>
    </dgm:pt>
    <dgm:pt modelId="{602903FF-92EA-4F98-AD43-770D15358449}">
      <dgm:prSet/>
      <dgm:spPr/>
      <dgm:t>
        <a:bodyPr/>
        <a:lstStyle/>
        <a:p>
          <a:r>
            <a:rPr lang="en-MY"/>
            <a:t>Environment: Set of students</a:t>
          </a:r>
        </a:p>
      </dgm:t>
    </dgm:pt>
    <dgm:pt modelId="{2B27E0B2-D7A9-4624-87E7-F08E4C461CF8}" type="parTrans" cxnId="{65CD5CB1-71C0-4179-9662-48DC7775C57D}">
      <dgm:prSet/>
      <dgm:spPr/>
      <dgm:t>
        <a:bodyPr/>
        <a:lstStyle/>
        <a:p>
          <a:endParaRPr lang="en-MY"/>
        </a:p>
      </dgm:t>
    </dgm:pt>
    <dgm:pt modelId="{D41B712E-7E52-43B0-B753-04D23F1D4F7B}" type="sibTrans" cxnId="{65CD5CB1-71C0-4179-9662-48DC7775C57D}">
      <dgm:prSet/>
      <dgm:spPr/>
      <dgm:t>
        <a:bodyPr/>
        <a:lstStyle/>
        <a:p>
          <a:endParaRPr lang="en-MY"/>
        </a:p>
      </dgm:t>
    </dgm:pt>
    <dgm:pt modelId="{E2775666-EED0-49C4-BD8A-C9E050642B89}">
      <dgm:prSet/>
      <dgm:spPr/>
      <dgm:t>
        <a:bodyPr/>
        <a:lstStyle/>
        <a:p>
          <a:r>
            <a:rPr lang="en-MY"/>
            <a:t>Actuators: Screen display (exercises, suggestions, corrections)</a:t>
          </a:r>
        </a:p>
      </dgm:t>
    </dgm:pt>
    <dgm:pt modelId="{46779157-40EE-4BC2-AC77-3C49024117A1}" type="parTrans" cxnId="{23602A56-5F73-4BCE-809B-9A487F3CAFD0}">
      <dgm:prSet/>
      <dgm:spPr/>
      <dgm:t>
        <a:bodyPr/>
        <a:lstStyle/>
        <a:p>
          <a:endParaRPr lang="en-MY"/>
        </a:p>
      </dgm:t>
    </dgm:pt>
    <dgm:pt modelId="{D08D129B-DF2E-4C0F-AC4D-BAC09DCAA090}" type="sibTrans" cxnId="{23602A56-5F73-4BCE-809B-9A487F3CAFD0}">
      <dgm:prSet/>
      <dgm:spPr/>
      <dgm:t>
        <a:bodyPr/>
        <a:lstStyle/>
        <a:p>
          <a:endParaRPr lang="en-MY"/>
        </a:p>
      </dgm:t>
    </dgm:pt>
    <dgm:pt modelId="{297CFC35-261A-4980-A5D5-F33AC5DF9BA5}">
      <dgm:prSet/>
      <dgm:spPr/>
      <dgm:t>
        <a:bodyPr/>
        <a:lstStyle/>
        <a:p>
          <a:r>
            <a:rPr lang="en-MY"/>
            <a:t>Sensors: Keyboard</a:t>
          </a:r>
        </a:p>
      </dgm:t>
    </dgm:pt>
    <dgm:pt modelId="{C98C9FC6-1B76-4DCB-8CA2-C34DDD706AAB}" type="parTrans" cxnId="{584A0C85-F042-4AA3-80DA-2D83F4F2C4EF}">
      <dgm:prSet/>
      <dgm:spPr/>
      <dgm:t>
        <a:bodyPr/>
        <a:lstStyle/>
        <a:p>
          <a:endParaRPr lang="en-MY"/>
        </a:p>
      </dgm:t>
    </dgm:pt>
    <dgm:pt modelId="{495B77DB-7942-46D9-A3D0-9520769F4436}" type="sibTrans" cxnId="{584A0C85-F042-4AA3-80DA-2D83F4F2C4EF}">
      <dgm:prSet/>
      <dgm:spPr/>
      <dgm:t>
        <a:bodyPr/>
        <a:lstStyle/>
        <a:p>
          <a:endParaRPr lang="en-MY"/>
        </a:p>
      </dgm:t>
    </dgm:pt>
    <dgm:pt modelId="{C98640AF-3E88-49D0-837D-00624F69A20D}" type="pres">
      <dgm:prSet presAssocID="{EFB269C8-26D8-425B-9E61-EA633720EA7C}" presName="Name0" presStyleCnt="0">
        <dgm:presLayoutVars>
          <dgm:chMax val="7"/>
          <dgm:dir/>
          <dgm:animLvl val="lvl"/>
          <dgm:resizeHandles val="exact"/>
        </dgm:presLayoutVars>
      </dgm:prSet>
      <dgm:spPr/>
    </dgm:pt>
    <dgm:pt modelId="{7B7E0EC0-3B62-48EB-B2C6-5B94BC902B86}" type="pres">
      <dgm:prSet presAssocID="{5F916413-11F8-4B74-BF56-4A1771332100}" presName="circle1" presStyleLbl="node1" presStyleIdx="0" presStyleCnt="5"/>
      <dgm:spPr/>
    </dgm:pt>
    <dgm:pt modelId="{6187C52A-824C-4A15-90D6-B63F0DC27B2F}" type="pres">
      <dgm:prSet presAssocID="{5F916413-11F8-4B74-BF56-4A1771332100}" presName="space" presStyleCnt="0"/>
      <dgm:spPr/>
    </dgm:pt>
    <dgm:pt modelId="{EA5CA2EF-609E-44FC-BD3D-0DB2CE439921}" type="pres">
      <dgm:prSet presAssocID="{5F916413-11F8-4B74-BF56-4A1771332100}" presName="rect1" presStyleLbl="alignAcc1" presStyleIdx="0" presStyleCnt="5"/>
      <dgm:spPr/>
    </dgm:pt>
    <dgm:pt modelId="{FE76F405-FD84-4648-BBE6-9E6E178DF37E}" type="pres">
      <dgm:prSet presAssocID="{9DDE90DC-539B-4AAB-A15E-4372F2ADEC44}" presName="vertSpace2" presStyleLbl="node1" presStyleIdx="0" presStyleCnt="5"/>
      <dgm:spPr/>
    </dgm:pt>
    <dgm:pt modelId="{E26634D1-54EF-476F-B66E-C581BFDC24DA}" type="pres">
      <dgm:prSet presAssocID="{9DDE90DC-539B-4AAB-A15E-4372F2ADEC44}" presName="circle2" presStyleLbl="node1" presStyleIdx="1" presStyleCnt="5"/>
      <dgm:spPr/>
    </dgm:pt>
    <dgm:pt modelId="{B3645135-2BCA-439D-89EF-F506A8B7F4C1}" type="pres">
      <dgm:prSet presAssocID="{9DDE90DC-539B-4AAB-A15E-4372F2ADEC44}" presName="rect2" presStyleLbl="alignAcc1" presStyleIdx="1" presStyleCnt="5"/>
      <dgm:spPr/>
    </dgm:pt>
    <dgm:pt modelId="{F68D4E27-DBD9-4229-A587-AAF6179FA6CE}" type="pres">
      <dgm:prSet presAssocID="{602903FF-92EA-4F98-AD43-770D15358449}" presName="vertSpace3" presStyleLbl="node1" presStyleIdx="1" presStyleCnt="5"/>
      <dgm:spPr/>
    </dgm:pt>
    <dgm:pt modelId="{E5B5C65C-175A-4F07-8690-EDC00D6D98A1}" type="pres">
      <dgm:prSet presAssocID="{602903FF-92EA-4F98-AD43-770D15358449}" presName="circle3" presStyleLbl="node1" presStyleIdx="2" presStyleCnt="5"/>
      <dgm:spPr/>
    </dgm:pt>
    <dgm:pt modelId="{D58387BA-F771-4A6B-A380-449F31C7D48C}" type="pres">
      <dgm:prSet presAssocID="{602903FF-92EA-4F98-AD43-770D15358449}" presName="rect3" presStyleLbl="alignAcc1" presStyleIdx="2" presStyleCnt="5"/>
      <dgm:spPr/>
    </dgm:pt>
    <dgm:pt modelId="{358501CA-BBB8-4B76-8192-2EFE2A4E342F}" type="pres">
      <dgm:prSet presAssocID="{E2775666-EED0-49C4-BD8A-C9E050642B89}" presName="vertSpace4" presStyleLbl="node1" presStyleIdx="2" presStyleCnt="5"/>
      <dgm:spPr/>
    </dgm:pt>
    <dgm:pt modelId="{1C6049B2-D971-4CF6-B17E-90E76528EE7B}" type="pres">
      <dgm:prSet presAssocID="{E2775666-EED0-49C4-BD8A-C9E050642B89}" presName="circle4" presStyleLbl="node1" presStyleIdx="3" presStyleCnt="5"/>
      <dgm:spPr/>
    </dgm:pt>
    <dgm:pt modelId="{B4756D40-D856-455C-9986-010DD5DE5F19}" type="pres">
      <dgm:prSet presAssocID="{E2775666-EED0-49C4-BD8A-C9E050642B89}" presName="rect4" presStyleLbl="alignAcc1" presStyleIdx="3" presStyleCnt="5"/>
      <dgm:spPr/>
    </dgm:pt>
    <dgm:pt modelId="{FB9C6B35-09A8-42C9-B224-874345F794FD}" type="pres">
      <dgm:prSet presAssocID="{297CFC35-261A-4980-A5D5-F33AC5DF9BA5}" presName="vertSpace5" presStyleLbl="node1" presStyleIdx="3" presStyleCnt="5"/>
      <dgm:spPr/>
    </dgm:pt>
    <dgm:pt modelId="{A7B1EDCE-1843-4604-BAC6-18F072B2A1DA}" type="pres">
      <dgm:prSet presAssocID="{297CFC35-261A-4980-A5D5-F33AC5DF9BA5}" presName="circle5" presStyleLbl="node1" presStyleIdx="4" presStyleCnt="5"/>
      <dgm:spPr/>
    </dgm:pt>
    <dgm:pt modelId="{8D4EEFA7-F493-44E4-B782-838D292C8FF5}" type="pres">
      <dgm:prSet presAssocID="{297CFC35-261A-4980-A5D5-F33AC5DF9BA5}" presName="rect5" presStyleLbl="alignAcc1" presStyleIdx="4" presStyleCnt="5"/>
      <dgm:spPr/>
    </dgm:pt>
    <dgm:pt modelId="{2A01C097-D69F-402E-A44F-759608BBED53}" type="pres">
      <dgm:prSet presAssocID="{5F916413-11F8-4B74-BF56-4A1771332100}" presName="rect1ParTxNoCh" presStyleLbl="alignAcc1" presStyleIdx="4" presStyleCnt="5">
        <dgm:presLayoutVars>
          <dgm:chMax val="1"/>
          <dgm:bulletEnabled val="1"/>
        </dgm:presLayoutVars>
      </dgm:prSet>
      <dgm:spPr/>
    </dgm:pt>
    <dgm:pt modelId="{1F0C8079-9B67-45BB-847E-580DB4D30263}" type="pres">
      <dgm:prSet presAssocID="{9DDE90DC-539B-4AAB-A15E-4372F2ADEC44}" presName="rect2ParTxNoCh" presStyleLbl="alignAcc1" presStyleIdx="4" presStyleCnt="5">
        <dgm:presLayoutVars>
          <dgm:chMax val="1"/>
          <dgm:bulletEnabled val="1"/>
        </dgm:presLayoutVars>
      </dgm:prSet>
      <dgm:spPr/>
    </dgm:pt>
    <dgm:pt modelId="{C5B6E83A-CF93-4143-93ED-8A7EC5B5E54B}" type="pres">
      <dgm:prSet presAssocID="{602903FF-92EA-4F98-AD43-770D15358449}" presName="rect3ParTxNoCh" presStyleLbl="alignAcc1" presStyleIdx="4" presStyleCnt="5">
        <dgm:presLayoutVars>
          <dgm:chMax val="1"/>
          <dgm:bulletEnabled val="1"/>
        </dgm:presLayoutVars>
      </dgm:prSet>
      <dgm:spPr/>
    </dgm:pt>
    <dgm:pt modelId="{58BC1622-7C38-4D4E-8C7B-63D7E3D17B27}" type="pres">
      <dgm:prSet presAssocID="{E2775666-EED0-49C4-BD8A-C9E050642B89}" presName="rect4ParTxNoCh" presStyleLbl="alignAcc1" presStyleIdx="4" presStyleCnt="5">
        <dgm:presLayoutVars>
          <dgm:chMax val="1"/>
          <dgm:bulletEnabled val="1"/>
        </dgm:presLayoutVars>
      </dgm:prSet>
      <dgm:spPr/>
    </dgm:pt>
    <dgm:pt modelId="{5A267D3F-02B2-4DD2-98B8-1C1B9434972C}" type="pres">
      <dgm:prSet presAssocID="{297CFC35-261A-4980-A5D5-F33AC5DF9BA5}" presName="rect5ParTxNoCh" presStyleLbl="alignAcc1" presStyleIdx="4" presStyleCnt="5">
        <dgm:presLayoutVars>
          <dgm:chMax val="1"/>
          <dgm:bulletEnabled val="1"/>
        </dgm:presLayoutVars>
      </dgm:prSet>
      <dgm:spPr/>
    </dgm:pt>
  </dgm:ptLst>
  <dgm:cxnLst>
    <dgm:cxn modelId="{06E52505-93EE-4F8F-B099-16412EB6B7CA}" type="presOf" srcId="{EFB269C8-26D8-425B-9E61-EA633720EA7C}" destId="{C98640AF-3E88-49D0-837D-00624F69A20D}" srcOrd="0" destOrd="0" presId="urn:microsoft.com/office/officeart/2005/8/layout/target3"/>
    <dgm:cxn modelId="{85F72905-0DDC-433A-82EF-9ADBB6744C44}" type="presOf" srcId="{5F916413-11F8-4B74-BF56-4A1771332100}" destId="{EA5CA2EF-609E-44FC-BD3D-0DB2CE439921}" srcOrd="0" destOrd="0" presId="urn:microsoft.com/office/officeart/2005/8/layout/target3"/>
    <dgm:cxn modelId="{2A9DC313-E9F0-46A1-94DA-E5B52962210D}" type="presOf" srcId="{5F916413-11F8-4B74-BF56-4A1771332100}" destId="{2A01C097-D69F-402E-A44F-759608BBED53}" srcOrd="1" destOrd="0" presId="urn:microsoft.com/office/officeart/2005/8/layout/target3"/>
    <dgm:cxn modelId="{07D2D01F-5DE1-4D9C-B4AF-15B974D8AC7A}" srcId="{EFB269C8-26D8-425B-9E61-EA633720EA7C}" destId="{9DDE90DC-539B-4AAB-A15E-4372F2ADEC44}" srcOrd="1" destOrd="0" parTransId="{31081497-0FE7-4FEB-B082-E2786E7306F9}" sibTransId="{59847C4E-C7CA-488B-9AEA-CD24C37F1DA5}"/>
    <dgm:cxn modelId="{97DC3F38-EB03-40BA-A919-CE9778A395E0}" type="presOf" srcId="{602903FF-92EA-4F98-AD43-770D15358449}" destId="{D58387BA-F771-4A6B-A380-449F31C7D48C}" srcOrd="0" destOrd="0" presId="urn:microsoft.com/office/officeart/2005/8/layout/target3"/>
    <dgm:cxn modelId="{64A50D3B-FAA4-4C23-A988-266A30595351}" type="presOf" srcId="{602903FF-92EA-4F98-AD43-770D15358449}" destId="{C5B6E83A-CF93-4143-93ED-8A7EC5B5E54B}" srcOrd="1" destOrd="0" presId="urn:microsoft.com/office/officeart/2005/8/layout/target3"/>
    <dgm:cxn modelId="{17A91E60-0987-4440-AECB-8BFA5E05900E}" type="presOf" srcId="{E2775666-EED0-49C4-BD8A-C9E050642B89}" destId="{B4756D40-D856-455C-9986-010DD5DE5F19}" srcOrd="0" destOrd="0" presId="urn:microsoft.com/office/officeart/2005/8/layout/target3"/>
    <dgm:cxn modelId="{EC6E7673-4193-48BC-9D1D-3E067C0F2EC3}" type="presOf" srcId="{297CFC35-261A-4980-A5D5-F33AC5DF9BA5}" destId="{5A267D3F-02B2-4DD2-98B8-1C1B9434972C}" srcOrd="1" destOrd="0" presId="urn:microsoft.com/office/officeart/2005/8/layout/target3"/>
    <dgm:cxn modelId="{23602A56-5F73-4BCE-809B-9A487F3CAFD0}" srcId="{EFB269C8-26D8-425B-9E61-EA633720EA7C}" destId="{E2775666-EED0-49C4-BD8A-C9E050642B89}" srcOrd="3" destOrd="0" parTransId="{46779157-40EE-4BC2-AC77-3C49024117A1}" sibTransId="{D08D129B-DF2E-4C0F-AC4D-BAC09DCAA090}"/>
    <dgm:cxn modelId="{BC07AA7F-9275-46BB-B875-36AF88518AF8}" type="presOf" srcId="{9DDE90DC-539B-4AAB-A15E-4372F2ADEC44}" destId="{1F0C8079-9B67-45BB-847E-580DB4D30263}" srcOrd="1" destOrd="0" presId="urn:microsoft.com/office/officeart/2005/8/layout/target3"/>
    <dgm:cxn modelId="{584A0C85-F042-4AA3-80DA-2D83F4F2C4EF}" srcId="{EFB269C8-26D8-425B-9E61-EA633720EA7C}" destId="{297CFC35-261A-4980-A5D5-F33AC5DF9BA5}" srcOrd="4" destOrd="0" parTransId="{C98C9FC6-1B76-4DCB-8CA2-C34DDD706AAB}" sibTransId="{495B77DB-7942-46D9-A3D0-9520769F4436}"/>
    <dgm:cxn modelId="{A4CEB88E-AC2E-4AFE-A883-92262C6AB5C5}" type="presOf" srcId="{9DDE90DC-539B-4AAB-A15E-4372F2ADEC44}" destId="{B3645135-2BCA-439D-89EF-F506A8B7F4C1}" srcOrd="0" destOrd="0" presId="urn:microsoft.com/office/officeart/2005/8/layout/target3"/>
    <dgm:cxn modelId="{BD3A249B-106B-4510-A13D-3A8CE435A00F}" type="presOf" srcId="{297CFC35-261A-4980-A5D5-F33AC5DF9BA5}" destId="{8D4EEFA7-F493-44E4-B782-838D292C8FF5}" srcOrd="0" destOrd="0" presId="urn:microsoft.com/office/officeart/2005/8/layout/target3"/>
    <dgm:cxn modelId="{65CD5CB1-71C0-4179-9662-48DC7775C57D}" srcId="{EFB269C8-26D8-425B-9E61-EA633720EA7C}" destId="{602903FF-92EA-4F98-AD43-770D15358449}" srcOrd="2" destOrd="0" parTransId="{2B27E0B2-D7A9-4624-87E7-F08E4C461CF8}" sibTransId="{D41B712E-7E52-43B0-B753-04D23F1D4F7B}"/>
    <dgm:cxn modelId="{9B8619C9-A2F2-4FD3-AC43-EEFBA13DA457}" type="presOf" srcId="{E2775666-EED0-49C4-BD8A-C9E050642B89}" destId="{58BC1622-7C38-4D4E-8C7B-63D7E3D17B27}" srcOrd="1" destOrd="0" presId="urn:microsoft.com/office/officeart/2005/8/layout/target3"/>
    <dgm:cxn modelId="{35D71DEB-28C1-4258-8AB4-66DC86388348}" srcId="{EFB269C8-26D8-425B-9E61-EA633720EA7C}" destId="{5F916413-11F8-4B74-BF56-4A1771332100}" srcOrd="0" destOrd="0" parTransId="{53C83F7C-E888-4164-9951-24BA274A6E1B}" sibTransId="{16583A9B-5D91-468F-A7C0-502975293E2C}"/>
    <dgm:cxn modelId="{E72D5414-D0F3-4A29-934F-9CF0529064A0}" type="presParOf" srcId="{C98640AF-3E88-49D0-837D-00624F69A20D}" destId="{7B7E0EC0-3B62-48EB-B2C6-5B94BC902B86}" srcOrd="0" destOrd="0" presId="urn:microsoft.com/office/officeart/2005/8/layout/target3"/>
    <dgm:cxn modelId="{EF816DD2-8F97-4197-8A4E-CEE331C09197}" type="presParOf" srcId="{C98640AF-3E88-49D0-837D-00624F69A20D}" destId="{6187C52A-824C-4A15-90D6-B63F0DC27B2F}" srcOrd="1" destOrd="0" presId="urn:microsoft.com/office/officeart/2005/8/layout/target3"/>
    <dgm:cxn modelId="{F8A850D2-17C5-46EA-B65A-325603E6ECA3}" type="presParOf" srcId="{C98640AF-3E88-49D0-837D-00624F69A20D}" destId="{EA5CA2EF-609E-44FC-BD3D-0DB2CE439921}" srcOrd="2" destOrd="0" presId="urn:microsoft.com/office/officeart/2005/8/layout/target3"/>
    <dgm:cxn modelId="{EE573A79-8DCF-431F-8DA3-659EC01FFCBA}" type="presParOf" srcId="{C98640AF-3E88-49D0-837D-00624F69A20D}" destId="{FE76F405-FD84-4648-BBE6-9E6E178DF37E}" srcOrd="3" destOrd="0" presId="urn:microsoft.com/office/officeart/2005/8/layout/target3"/>
    <dgm:cxn modelId="{54A4B070-AC23-484C-840A-2E7CDBE57F03}" type="presParOf" srcId="{C98640AF-3E88-49D0-837D-00624F69A20D}" destId="{E26634D1-54EF-476F-B66E-C581BFDC24DA}" srcOrd="4" destOrd="0" presId="urn:microsoft.com/office/officeart/2005/8/layout/target3"/>
    <dgm:cxn modelId="{BEE0FF11-2B62-4B1A-B8D9-AC7170C14B88}" type="presParOf" srcId="{C98640AF-3E88-49D0-837D-00624F69A20D}" destId="{B3645135-2BCA-439D-89EF-F506A8B7F4C1}" srcOrd="5" destOrd="0" presId="urn:microsoft.com/office/officeart/2005/8/layout/target3"/>
    <dgm:cxn modelId="{36E0337C-FC6C-4BCF-AA7B-8E0FBC769F58}" type="presParOf" srcId="{C98640AF-3E88-49D0-837D-00624F69A20D}" destId="{F68D4E27-DBD9-4229-A587-AAF6179FA6CE}" srcOrd="6" destOrd="0" presId="urn:microsoft.com/office/officeart/2005/8/layout/target3"/>
    <dgm:cxn modelId="{7E75D88F-D679-4C5E-8187-03C78C5B27D4}" type="presParOf" srcId="{C98640AF-3E88-49D0-837D-00624F69A20D}" destId="{E5B5C65C-175A-4F07-8690-EDC00D6D98A1}" srcOrd="7" destOrd="0" presId="urn:microsoft.com/office/officeart/2005/8/layout/target3"/>
    <dgm:cxn modelId="{324A23DC-CF27-4AB1-A6BB-C310CA54B8A0}" type="presParOf" srcId="{C98640AF-3E88-49D0-837D-00624F69A20D}" destId="{D58387BA-F771-4A6B-A380-449F31C7D48C}" srcOrd="8" destOrd="0" presId="urn:microsoft.com/office/officeart/2005/8/layout/target3"/>
    <dgm:cxn modelId="{2862394B-C12B-4F94-AD2C-5D991F6ED478}" type="presParOf" srcId="{C98640AF-3E88-49D0-837D-00624F69A20D}" destId="{358501CA-BBB8-4B76-8192-2EFE2A4E342F}" srcOrd="9" destOrd="0" presId="urn:microsoft.com/office/officeart/2005/8/layout/target3"/>
    <dgm:cxn modelId="{4ED08FE8-8E0D-4EF0-9011-AC29BC48CB00}" type="presParOf" srcId="{C98640AF-3E88-49D0-837D-00624F69A20D}" destId="{1C6049B2-D971-4CF6-B17E-90E76528EE7B}" srcOrd="10" destOrd="0" presId="urn:microsoft.com/office/officeart/2005/8/layout/target3"/>
    <dgm:cxn modelId="{695C06AD-2FD8-4F93-B1BF-20DA0A064622}" type="presParOf" srcId="{C98640AF-3E88-49D0-837D-00624F69A20D}" destId="{B4756D40-D856-455C-9986-010DD5DE5F19}" srcOrd="11" destOrd="0" presId="urn:microsoft.com/office/officeart/2005/8/layout/target3"/>
    <dgm:cxn modelId="{0E9AD167-E818-466B-889E-F58AA1A2CC14}" type="presParOf" srcId="{C98640AF-3E88-49D0-837D-00624F69A20D}" destId="{FB9C6B35-09A8-42C9-B224-874345F794FD}" srcOrd="12" destOrd="0" presId="urn:microsoft.com/office/officeart/2005/8/layout/target3"/>
    <dgm:cxn modelId="{08E49BB6-5521-432B-A123-4B206783A13F}" type="presParOf" srcId="{C98640AF-3E88-49D0-837D-00624F69A20D}" destId="{A7B1EDCE-1843-4604-BAC6-18F072B2A1DA}" srcOrd="13" destOrd="0" presId="urn:microsoft.com/office/officeart/2005/8/layout/target3"/>
    <dgm:cxn modelId="{F4A42945-0102-4B60-81C2-CB36A80FE530}" type="presParOf" srcId="{C98640AF-3E88-49D0-837D-00624F69A20D}" destId="{8D4EEFA7-F493-44E4-B782-838D292C8FF5}" srcOrd="14" destOrd="0" presId="urn:microsoft.com/office/officeart/2005/8/layout/target3"/>
    <dgm:cxn modelId="{92964928-4CF7-42F1-81CC-2670AF6AD0CE}" type="presParOf" srcId="{C98640AF-3E88-49D0-837D-00624F69A20D}" destId="{2A01C097-D69F-402E-A44F-759608BBED53}" srcOrd="15" destOrd="0" presId="urn:microsoft.com/office/officeart/2005/8/layout/target3"/>
    <dgm:cxn modelId="{785B6BC6-1467-4026-9C93-502968085FD6}" type="presParOf" srcId="{C98640AF-3E88-49D0-837D-00624F69A20D}" destId="{1F0C8079-9B67-45BB-847E-580DB4D30263}" srcOrd="16" destOrd="0" presId="urn:microsoft.com/office/officeart/2005/8/layout/target3"/>
    <dgm:cxn modelId="{29E17C5B-E157-402B-B65D-1ECDD0C1ABB8}" type="presParOf" srcId="{C98640AF-3E88-49D0-837D-00624F69A20D}" destId="{C5B6E83A-CF93-4143-93ED-8A7EC5B5E54B}" srcOrd="17" destOrd="0" presId="urn:microsoft.com/office/officeart/2005/8/layout/target3"/>
    <dgm:cxn modelId="{89BEA218-BA91-4F7C-912D-57471C5179F9}" type="presParOf" srcId="{C98640AF-3E88-49D0-837D-00624F69A20D}" destId="{58BC1622-7C38-4D4E-8C7B-63D7E3D17B27}" srcOrd="18" destOrd="0" presId="urn:microsoft.com/office/officeart/2005/8/layout/target3"/>
    <dgm:cxn modelId="{EDDB5C2A-8EB8-4940-88DE-976DEFE451FA}" type="presParOf" srcId="{C98640AF-3E88-49D0-837D-00624F69A20D}" destId="{5A267D3F-02B2-4DD2-98B8-1C1B9434972C}" srcOrd="19"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47B5135-C664-4CB4-B21A-024DF2C2D85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0612F3DB-1111-441A-9FBE-76D9E0DD7D66}">
      <dgm:prSet/>
      <dgm:spPr/>
      <dgm:t>
        <a:bodyPr/>
        <a:lstStyle/>
        <a:p>
          <a:r>
            <a:rPr lang="en-MY" dirty="0"/>
            <a:t>Environment types</a:t>
          </a:r>
        </a:p>
      </dgm:t>
    </dgm:pt>
    <dgm:pt modelId="{8933740C-7C90-4EE0-92F2-1D05BB0E6309}" type="parTrans" cxnId="{3F6F60FE-130A-4DFD-8513-42321F6F1A53}">
      <dgm:prSet/>
      <dgm:spPr/>
      <dgm:t>
        <a:bodyPr/>
        <a:lstStyle/>
        <a:p>
          <a:endParaRPr lang="en-MY"/>
        </a:p>
      </dgm:t>
    </dgm:pt>
    <dgm:pt modelId="{EA3F7033-C778-4799-8B04-D844121BC576}" type="sibTrans" cxnId="{3F6F60FE-130A-4DFD-8513-42321F6F1A53}">
      <dgm:prSet/>
      <dgm:spPr/>
      <dgm:t>
        <a:bodyPr/>
        <a:lstStyle/>
        <a:p>
          <a:endParaRPr lang="en-MY"/>
        </a:p>
      </dgm:t>
    </dgm:pt>
    <dgm:pt modelId="{E2DDB548-B8F7-4608-AD9F-7623F98894B3}" type="pres">
      <dgm:prSet presAssocID="{347B5135-C664-4CB4-B21A-024DF2C2D85E}" presName="linear" presStyleCnt="0">
        <dgm:presLayoutVars>
          <dgm:animLvl val="lvl"/>
          <dgm:resizeHandles val="exact"/>
        </dgm:presLayoutVars>
      </dgm:prSet>
      <dgm:spPr/>
    </dgm:pt>
    <dgm:pt modelId="{6600B4FE-BA4C-4DC0-832F-2B6113103A14}" type="pres">
      <dgm:prSet presAssocID="{0612F3DB-1111-441A-9FBE-76D9E0DD7D66}" presName="parentText" presStyleLbl="node1" presStyleIdx="0" presStyleCnt="1">
        <dgm:presLayoutVars>
          <dgm:chMax val="0"/>
          <dgm:bulletEnabled val="1"/>
        </dgm:presLayoutVars>
      </dgm:prSet>
      <dgm:spPr/>
    </dgm:pt>
  </dgm:ptLst>
  <dgm:cxnLst>
    <dgm:cxn modelId="{86845812-C124-4E2E-AF51-4B68674FD6C1}" type="presOf" srcId="{347B5135-C664-4CB4-B21A-024DF2C2D85E}" destId="{E2DDB548-B8F7-4608-AD9F-7623F98894B3}" srcOrd="0" destOrd="0" presId="urn:microsoft.com/office/officeart/2005/8/layout/vList2"/>
    <dgm:cxn modelId="{E2AB561F-CE72-4C58-9CF1-844977ED240E}" type="presOf" srcId="{0612F3DB-1111-441A-9FBE-76D9E0DD7D66}" destId="{6600B4FE-BA4C-4DC0-832F-2B6113103A14}" srcOrd="0" destOrd="0" presId="urn:microsoft.com/office/officeart/2005/8/layout/vList2"/>
    <dgm:cxn modelId="{3F6F60FE-130A-4DFD-8513-42321F6F1A53}" srcId="{347B5135-C664-4CB4-B21A-024DF2C2D85E}" destId="{0612F3DB-1111-441A-9FBE-76D9E0DD7D66}" srcOrd="0" destOrd="0" parTransId="{8933740C-7C90-4EE0-92F2-1D05BB0E6309}" sibTransId="{EA3F7033-C778-4799-8B04-D844121BC576}"/>
    <dgm:cxn modelId="{B6A81987-A6ED-49D2-B68A-279FE3CAE3C4}" type="presParOf" srcId="{E2DDB548-B8F7-4608-AD9F-7623F98894B3}" destId="{6600B4FE-BA4C-4DC0-832F-2B6113103A14}"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55223A7-2C20-4048-8E2C-2B5C06D31AD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MY"/>
        </a:p>
      </dgm:t>
    </dgm:pt>
    <dgm:pt modelId="{2AF1A152-2979-48C1-A6E4-E7C57AA5F620}">
      <dgm:prSet/>
      <dgm:spPr/>
      <dgm:t>
        <a:bodyPr/>
        <a:lstStyle/>
        <a:p>
          <a:r>
            <a:rPr lang="en-MY" dirty="0"/>
            <a:t>Fully observable (vs. partially observable): </a:t>
          </a:r>
        </a:p>
      </dgm:t>
    </dgm:pt>
    <dgm:pt modelId="{060CD6E8-A8DC-4D98-AC19-11545420F207}" type="parTrans" cxnId="{8E0886A7-FB57-46A4-9B35-243589F4CA4F}">
      <dgm:prSet/>
      <dgm:spPr/>
      <dgm:t>
        <a:bodyPr/>
        <a:lstStyle/>
        <a:p>
          <a:endParaRPr lang="en-MY"/>
        </a:p>
      </dgm:t>
    </dgm:pt>
    <dgm:pt modelId="{22B53289-BE7D-4DD2-A449-0EB1CC3B8FC6}" type="sibTrans" cxnId="{8E0886A7-FB57-46A4-9B35-243589F4CA4F}">
      <dgm:prSet/>
      <dgm:spPr/>
      <dgm:t>
        <a:bodyPr/>
        <a:lstStyle/>
        <a:p>
          <a:endParaRPr lang="en-MY"/>
        </a:p>
      </dgm:t>
    </dgm:pt>
    <dgm:pt modelId="{B2327603-20F6-4AE9-B0DF-01D493680BF4}">
      <dgm:prSet/>
      <dgm:spPr/>
      <dgm:t>
        <a:bodyPr/>
        <a:lstStyle/>
        <a:p>
          <a:r>
            <a:rPr lang="en-MY" dirty="0"/>
            <a:t>An agent's sensors give it access to the complete state of the environment at each point</a:t>
          </a:r>
        </a:p>
      </dgm:t>
    </dgm:pt>
    <dgm:pt modelId="{6A38ED71-758A-431B-919B-184185F9C493}" type="parTrans" cxnId="{DF31C63E-D146-471B-981B-73F775556CAD}">
      <dgm:prSet/>
      <dgm:spPr/>
      <dgm:t>
        <a:bodyPr/>
        <a:lstStyle/>
        <a:p>
          <a:endParaRPr lang="en-MY"/>
        </a:p>
      </dgm:t>
    </dgm:pt>
    <dgm:pt modelId="{CDBC219A-8F36-45C3-8FE8-6E7D9CFD5115}" type="sibTrans" cxnId="{DF31C63E-D146-471B-981B-73F775556CAD}">
      <dgm:prSet/>
      <dgm:spPr/>
      <dgm:t>
        <a:bodyPr/>
        <a:lstStyle/>
        <a:p>
          <a:endParaRPr lang="en-MY"/>
        </a:p>
      </dgm:t>
    </dgm:pt>
    <dgm:pt modelId="{11F02563-B2C8-49B1-958A-4B26BF28486D}">
      <dgm:prSet/>
      <dgm:spPr/>
      <dgm:t>
        <a:bodyPr/>
        <a:lstStyle/>
        <a:p>
          <a:r>
            <a:rPr lang="en-MY" dirty="0"/>
            <a:t>Deterministic (vs. stochastic): </a:t>
          </a:r>
        </a:p>
      </dgm:t>
    </dgm:pt>
    <dgm:pt modelId="{8113C850-AF74-46CF-A570-37BAD0925CA4}" type="parTrans" cxnId="{4FCD1068-6805-44D2-BBA8-CDEB422D7546}">
      <dgm:prSet/>
      <dgm:spPr/>
      <dgm:t>
        <a:bodyPr/>
        <a:lstStyle/>
        <a:p>
          <a:endParaRPr lang="en-MY"/>
        </a:p>
      </dgm:t>
    </dgm:pt>
    <dgm:pt modelId="{79611A24-D788-4C76-94DF-C78E56EA786F}" type="sibTrans" cxnId="{4FCD1068-6805-44D2-BBA8-CDEB422D7546}">
      <dgm:prSet/>
      <dgm:spPr/>
      <dgm:t>
        <a:bodyPr/>
        <a:lstStyle/>
        <a:p>
          <a:endParaRPr lang="en-MY"/>
        </a:p>
      </dgm:t>
    </dgm:pt>
    <dgm:pt modelId="{80B14FA6-07B7-427B-8A98-86F6DE9EC35F}">
      <dgm:prSet/>
      <dgm:spPr/>
      <dgm:t>
        <a:bodyPr/>
        <a:lstStyle/>
        <a:p>
          <a:r>
            <a:rPr lang="en-MY"/>
            <a:t>The next state of the environment is completely determined by the current state and the action executed by the agent. (If the environment is deterministic except for the actions of other agents, then the environment is strategic)</a:t>
          </a:r>
        </a:p>
      </dgm:t>
    </dgm:pt>
    <dgm:pt modelId="{46C97C0A-4498-4670-917A-584E173E9E9E}" type="parTrans" cxnId="{58901889-EB44-4A72-B987-034241669754}">
      <dgm:prSet/>
      <dgm:spPr/>
      <dgm:t>
        <a:bodyPr/>
        <a:lstStyle/>
        <a:p>
          <a:endParaRPr lang="en-MY"/>
        </a:p>
      </dgm:t>
    </dgm:pt>
    <dgm:pt modelId="{6EDC4786-315C-4AB7-B771-E756ED3198B4}" type="sibTrans" cxnId="{58901889-EB44-4A72-B987-034241669754}">
      <dgm:prSet/>
      <dgm:spPr/>
      <dgm:t>
        <a:bodyPr/>
        <a:lstStyle/>
        <a:p>
          <a:endParaRPr lang="en-MY"/>
        </a:p>
      </dgm:t>
    </dgm:pt>
    <dgm:pt modelId="{C03C1AD9-F8AE-4C27-96A9-39CABEBD71AD}">
      <dgm:prSet/>
      <dgm:spPr/>
      <dgm:t>
        <a:bodyPr/>
        <a:lstStyle/>
        <a:p>
          <a:r>
            <a:rPr lang="en-MY"/>
            <a:t>Episodic (vs. sequential): </a:t>
          </a:r>
        </a:p>
      </dgm:t>
    </dgm:pt>
    <dgm:pt modelId="{86725A6B-4579-432E-A65E-F17ACE24D44D}" type="parTrans" cxnId="{65DE9732-DEE6-4ED0-9CE1-8B8EEB00316F}">
      <dgm:prSet/>
      <dgm:spPr/>
      <dgm:t>
        <a:bodyPr/>
        <a:lstStyle/>
        <a:p>
          <a:endParaRPr lang="en-MY"/>
        </a:p>
      </dgm:t>
    </dgm:pt>
    <dgm:pt modelId="{BC56D484-36BC-4D35-837E-B5D7F327C667}" type="sibTrans" cxnId="{65DE9732-DEE6-4ED0-9CE1-8B8EEB00316F}">
      <dgm:prSet/>
      <dgm:spPr/>
      <dgm:t>
        <a:bodyPr/>
        <a:lstStyle/>
        <a:p>
          <a:endParaRPr lang="en-MY"/>
        </a:p>
      </dgm:t>
    </dgm:pt>
    <dgm:pt modelId="{0E92E3CD-5CF6-4CF5-B423-B6204889D2E4}">
      <dgm:prSet/>
      <dgm:spPr/>
      <dgm:t>
        <a:bodyPr/>
        <a:lstStyle/>
        <a:p>
          <a:r>
            <a:rPr lang="en-MY" dirty="0"/>
            <a:t>The agent's experience is divided into atomic "episodes" (each episode consists of the agent perceiving and then performing a single action), and the choice of action in each episode depends only on the episode itself</a:t>
          </a:r>
        </a:p>
      </dgm:t>
    </dgm:pt>
    <dgm:pt modelId="{8C068395-B972-4AEC-9BBF-3560320CDFE3}" type="parTrans" cxnId="{3B916128-8FC9-43E8-80E9-0489E742781D}">
      <dgm:prSet/>
      <dgm:spPr/>
      <dgm:t>
        <a:bodyPr/>
        <a:lstStyle/>
        <a:p>
          <a:endParaRPr lang="en-MY"/>
        </a:p>
      </dgm:t>
    </dgm:pt>
    <dgm:pt modelId="{F8E8E81F-00F0-456D-AC88-28E91D10ED08}" type="sibTrans" cxnId="{3B916128-8FC9-43E8-80E9-0489E742781D}">
      <dgm:prSet/>
      <dgm:spPr/>
      <dgm:t>
        <a:bodyPr/>
        <a:lstStyle/>
        <a:p>
          <a:endParaRPr lang="en-MY"/>
        </a:p>
      </dgm:t>
    </dgm:pt>
    <dgm:pt modelId="{0025F3F6-8A4E-42C8-AEF3-FF401FEC6343}" type="pres">
      <dgm:prSet presAssocID="{255223A7-2C20-4048-8E2C-2B5C06D31AD5}" presName="Name0" presStyleCnt="0">
        <dgm:presLayoutVars>
          <dgm:dir/>
          <dgm:animLvl val="lvl"/>
          <dgm:resizeHandles val="exact"/>
        </dgm:presLayoutVars>
      </dgm:prSet>
      <dgm:spPr/>
    </dgm:pt>
    <dgm:pt modelId="{37B58B8A-AB11-4FCF-A372-30859AC9B8BD}" type="pres">
      <dgm:prSet presAssocID="{2AF1A152-2979-48C1-A6E4-E7C57AA5F620}" presName="composite" presStyleCnt="0"/>
      <dgm:spPr/>
    </dgm:pt>
    <dgm:pt modelId="{B85A5A21-EF5C-4E91-96BB-1AE78F184F53}" type="pres">
      <dgm:prSet presAssocID="{2AF1A152-2979-48C1-A6E4-E7C57AA5F620}" presName="parTx" presStyleLbl="alignNode1" presStyleIdx="0" presStyleCnt="3">
        <dgm:presLayoutVars>
          <dgm:chMax val="0"/>
          <dgm:chPref val="0"/>
          <dgm:bulletEnabled val="1"/>
        </dgm:presLayoutVars>
      </dgm:prSet>
      <dgm:spPr/>
    </dgm:pt>
    <dgm:pt modelId="{C1FAE040-E68D-48A2-A50A-459A60EBCD17}" type="pres">
      <dgm:prSet presAssocID="{2AF1A152-2979-48C1-A6E4-E7C57AA5F620}" presName="desTx" presStyleLbl="alignAccFollowNode1" presStyleIdx="0" presStyleCnt="3">
        <dgm:presLayoutVars>
          <dgm:bulletEnabled val="1"/>
        </dgm:presLayoutVars>
      </dgm:prSet>
      <dgm:spPr/>
    </dgm:pt>
    <dgm:pt modelId="{078B12FE-6419-450D-B212-3CD7E6737E4C}" type="pres">
      <dgm:prSet presAssocID="{22B53289-BE7D-4DD2-A449-0EB1CC3B8FC6}" presName="space" presStyleCnt="0"/>
      <dgm:spPr/>
    </dgm:pt>
    <dgm:pt modelId="{09F82AF9-630B-41E2-9FDB-7CCCEB8A0B8B}" type="pres">
      <dgm:prSet presAssocID="{11F02563-B2C8-49B1-958A-4B26BF28486D}" presName="composite" presStyleCnt="0"/>
      <dgm:spPr/>
    </dgm:pt>
    <dgm:pt modelId="{9201467A-C193-438E-A59F-12A8DD498D95}" type="pres">
      <dgm:prSet presAssocID="{11F02563-B2C8-49B1-958A-4B26BF28486D}" presName="parTx" presStyleLbl="alignNode1" presStyleIdx="1" presStyleCnt="3">
        <dgm:presLayoutVars>
          <dgm:chMax val="0"/>
          <dgm:chPref val="0"/>
          <dgm:bulletEnabled val="1"/>
        </dgm:presLayoutVars>
      </dgm:prSet>
      <dgm:spPr/>
    </dgm:pt>
    <dgm:pt modelId="{38FDE846-924F-4788-B223-BBC7B2B3ED79}" type="pres">
      <dgm:prSet presAssocID="{11F02563-B2C8-49B1-958A-4B26BF28486D}" presName="desTx" presStyleLbl="alignAccFollowNode1" presStyleIdx="1" presStyleCnt="3">
        <dgm:presLayoutVars>
          <dgm:bulletEnabled val="1"/>
        </dgm:presLayoutVars>
      </dgm:prSet>
      <dgm:spPr/>
    </dgm:pt>
    <dgm:pt modelId="{42341160-EA88-4E04-B70A-5B2B841F6651}" type="pres">
      <dgm:prSet presAssocID="{79611A24-D788-4C76-94DF-C78E56EA786F}" presName="space" presStyleCnt="0"/>
      <dgm:spPr/>
    </dgm:pt>
    <dgm:pt modelId="{B848F416-7B4A-40AE-87EC-C37EACCCEA79}" type="pres">
      <dgm:prSet presAssocID="{C03C1AD9-F8AE-4C27-96A9-39CABEBD71AD}" presName="composite" presStyleCnt="0"/>
      <dgm:spPr/>
    </dgm:pt>
    <dgm:pt modelId="{5292ABD9-9675-452A-98B1-81C1AA74A148}" type="pres">
      <dgm:prSet presAssocID="{C03C1AD9-F8AE-4C27-96A9-39CABEBD71AD}" presName="parTx" presStyleLbl="alignNode1" presStyleIdx="2" presStyleCnt="3">
        <dgm:presLayoutVars>
          <dgm:chMax val="0"/>
          <dgm:chPref val="0"/>
          <dgm:bulletEnabled val="1"/>
        </dgm:presLayoutVars>
      </dgm:prSet>
      <dgm:spPr/>
    </dgm:pt>
    <dgm:pt modelId="{04399391-65D5-46DC-B860-D0E1D8FBDFFD}" type="pres">
      <dgm:prSet presAssocID="{C03C1AD9-F8AE-4C27-96A9-39CABEBD71AD}" presName="desTx" presStyleLbl="alignAccFollowNode1" presStyleIdx="2" presStyleCnt="3">
        <dgm:presLayoutVars>
          <dgm:bulletEnabled val="1"/>
        </dgm:presLayoutVars>
      </dgm:prSet>
      <dgm:spPr/>
    </dgm:pt>
  </dgm:ptLst>
  <dgm:cxnLst>
    <dgm:cxn modelId="{A966D504-D819-4C95-BCFA-EF1EA6A61A1C}" type="presOf" srcId="{2AF1A152-2979-48C1-A6E4-E7C57AA5F620}" destId="{B85A5A21-EF5C-4E91-96BB-1AE78F184F53}" srcOrd="0" destOrd="0" presId="urn:microsoft.com/office/officeart/2005/8/layout/hList1"/>
    <dgm:cxn modelId="{3B916128-8FC9-43E8-80E9-0489E742781D}" srcId="{C03C1AD9-F8AE-4C27-96A9-39CABEBD71AD}" destId="{0E92E3CD-5CF6-4CF5-B423-B6204889D2E4}" srcOrd="0" destOrd="0" parTransId="{8C068395-B972-4AEC-9BBF-3560320CDFE3}" sibTransId="{F8E8E81F-00F0-456D-AC88-28E91D10ED08}"/>
    <dgm:cxn modelId="{65115531-1147-468D-9B49-4D0F5DBE428A}" type="presOf" srcId="{11F02563-B2C8-49B1-958A-4B26BF28486D}" destId="{9201467A-C193-438E-A59F-12A8DD498D95}" srcOrd="0" destOrd="0" presId="urn:microsoft.com/office/officeart/2005/8/layout/hList1"/>
    <dgm:cxn modelId="{65DE9732-DEE6-4ED0-9CE1-8B8EEB00316F}" srcId="{255223A7-2C20-4048-8E2C-2B5C06D31AD5}" destId="{C03C1AD9-F8AE-4C27-96A9-39CABEBD71AD}" srcOrd="2" destOrd="0" parTransId="{86725A6B-4579-432E-A65E-F17ACE24D44D}" sibTransId="{BC56D484-36BC-4D35-837E-B5D7F327C667}"/>
    <dgm:cxn modelId="{0ACBA13A-25F9-41CF-A408-EBE35A18693D}" type="presOf" srcId="{80B14FA6-07B7-427B-8A98-86F6DE9EC35F}" destId="{38FDE846-924F-4788-B223-BBC7B2B3ED79}" srcOrd="0" destOrd="0" presId="urn:microsoft.com/office/officeart/2005/8/layout/hList1"/>
    <dgm:cxn modelId="{DF31C63E-D146-471B-981B-73F775556CAD}" srcId="{2AF1A152-2979-48C1-A6E4-E7C57AA5F620}" destId="{B2327603-20F6-4AE9-B0DF-01D493680BF4}" srcOrd="0" destOrd="0" parTransId="{6A38ED71-758A-431B-919B-184185F9C493}" sibTransId="{CDBC219A-8F36-45C3-8FE8-6E7D9CFD5115}"/>
    <dgm:cxn modelId="{4FCD1068-6805-44D2-BBA8-CDEB422D7546}" srcId="{255223A7-2C20-4048-8E2C-2B5C06D31AD5}" destId="{11F02563-B2C8-49B1-958A-4B26BF28486D}" srcOrd="1" destOrd="0" parTransId="{8113C850-AF74-46CF-A570-37BAD0925CA4}" sibTransId="{79611A24-D788-4C76-94DF-C78E56EA786F}"/>
    <dgm:cxn modelId="{03ACDD4F-08DF-4D24-81A3-38F3780B38BB}" type="presOf" srcId="{0E92E3CD-5CF6-4CF5-B423-B6204889D2E4}" destId="{04399391-65D5-46DC-B860-D0E1D8FBDFFD}" srcOrd="0" destOrd="0" presId="urn:microsoft.com/office/officeart/2005/8/layout/hList1"/>
    <dgm:cxn modelId="{F807E85A-2770-467F-86D9-8555509175AF}" type="presOf" srcId="{C03C1AD9-F8AE-4C27-96A9-39CABEBD71AD}" destId="{5292ABD9-9675-452A-98B1-81C1AA74A148}" srcOrd="0" destOrd="0" presId="urn:microsoft.com/office/officeart/2005/8/layout/hList1"/>
    <dgm:cxn modelId="{58901889-EB44-4A72-B987-034241669754}" srcId="{11F02563-B2C8-49B1-958A-4B26BF28486D}" destId="{80B14FA6-07B7-427B-8A98-86F6DE9EC35F}" srcOrd="0" destOrd="0" parTransId="{46C97C0A-4498-4670-917A-584E173E9E9E}" sibTransId="{6EDC4786-315C-4AB7-B771-E756ED3198B4}"/>
    <dgm:cxn modelId="{1DAA119F-4AEB-47F6-8953-A56C85131CE6}" type="presOf" srcId="{255223A7-2C20-4048-8E2C-2B5C06D31AD5}" destId="{0025F3F6-8A4E-42C8-AEF3-FF401FEC6343}" srcOrd="0" destOrd="0" presId="urn:microsoft.com/office/officeart/2005/8/layout/hList1"/>
    <dgm:cxn modelId="{8E0886A7-FB57-46A4-9B35-243589F4CA4F}" srcId="{255223A7-2C20-4048-8E2C-2B5C06D31AD5}" destId="{2AF1A152-2979-48C1-A6E4-E7C57AA5F620}" srcOrd="0" destOrd="0" parTransId="{060CD6E8-A8DC-4D98-AC19-11545420F207}" sibTransId="{22B53289-BE7D-4DD2-A449-0EB1CC3B8FC6}"/>
    <dgm:cxn modelId="{D26ACBEB-80E5-4F0C-83FB-E2C87405DC38}" type="presOf" srcId="{B2327603-20F6-4AE9-B0DF-01D493680BF4}" destId="{C1FAE040-E68D-48A2-A50A-459A60EBCD17}" srcOrd="0" destOrd="0" presId="urn:microsoft.com/office/officeart/2005/8/layout/hList1"/>
    <dgm:cxn modelId="{485B9BEA-4197-4D96-BC8E-12EF2498D149}" type="presParOf" srcId="{0025F3F6-8A4E-42C8-AEF3-FF401FEC6343}" destId="{37B58B8A-AB11-4FCF-A372-30859AC9B8BD}" srcOrd="0" destOrd="0" presId="urn:microsoft.com/office/officeart/2005/8/layout/hList1"/>
    <dgm:cxn modelId="{32646C27-DB52-4ADE-9980-DB95A36EBD56}" type="presParOf" srcId="{37B58B8A-AB11-4FCF-A372-30859AC9B8BD}" destId="{B85A5A21-EF5C-4E91-96BB-1AE78F184F53}" srcOrd="0" destOrd="0" presId="urn:microsoft.com/office/officeart/2005/8/layout/hList1"/>
    <dgm:cxn modelId="{58605BF0-459A-47A3-8601-3E11EE7D8B1B}" type="presParOf" srcId="{37B58B8A-AB11-4FCF-A372-30859AC9B8BD}" destId="{C1FAE040-E68D-48A2-A50A-459A60EBCD17}" srcOrd="1" destOrd="0" presId="urn:microsoft.com/office/officeart/2005/8/layout/hList1"/>
    <dgm:cxn modelId="{38F1A957-AADE-424B-B5AB-5FCD09FB58EF}" type="presParOf" srcId="{0025F3F6-8A4E-42C8-AEF3-FF401FEC6343}" destId="{078B12FE-6419-450D-B212-3CD7E6737E4C}" srcOrd="1" destOrd="0" presId="urn:microsoft.com/office/officeart/2005/8/layout/hList1"/>
    <dgm:cxn modelId="{6FA42DBD-1B6F-4400-8657-EDB57EBA2483}" type="presParOf" srcId="{0025F3F6-8A4E-42C8-AEF3-FF401FEC6343}" destId="{09F82AF9-630B-41E2-9FDB-7CCCEB8A0B8B}" srcOrd="2" destOrd="0" presId="urn:microsoft.com/office/officeart/2005/8/layout/hList1"/>
    <dgm:cxn modelId="{F1110516-269B-43F0-9B4D-D9C1E08846EB}" type="presParOf" srcId="{09F82AF9-630B-41E2-9FDB-7CCCEB8A0B8B}" destId="{9201467A-C193-438E-A59F-12A8DD498D95}" srcOrd="0" destOrd="0" presId="urn:microsoft.com/office/officeart/2005/8/layout/hList1"/>
    <dgm:cxn modelId="{17025CF2-8ACD-42EC-8D0C-9837A076B863}" type="presParOf" srcId="{09F82AF9-630B-41E2-9FDB-7CCCEB8A0B8B}" destId="{38FDE846-924F-4788-B223-BBC7B2B3ED79}" srcOrd="1" destOrd="0" presId="urn:microsoft.com/office/officeart/2005/8/layout/hList1"/>
    <dgm:cxn modelId="{1994D446-73AF-4CC0-A5AD-8B039D632803}" type="presParOf" srcId="{0025F3F6-8A4E-42C8-AEF3-FF401FEC6343}" destId="{42341160-EA88-4E04-B70A-5B2B841F6651}" srcOrd="3" destOrd="0" presId="urn:microsoft.com/office/officeart/2005/8/layout/hList1"/>
    <dgm:cxn modelId="{8190CE15-F937-4BDB-B66C-595C554E43C9}" type="presParOf" srcId="{0025F3F6-8A4E-42C8-AEF3-FF401FEC6343}" destId="{B848F416-7B4A-40AE-87EC-C37EACCCEA79}" srcOrd="4" destOrd="0" presId="urn:microsoft.com/office/officeart/2005/8/layout/hList1"/>
    <dgm:cxn modelId="{A300ACE3-8B9C-4EF9-B0A9-EAA07B9B48D4}" type="presParOf" srcId="{B848F416-7B4A-40AE-87EC-C37EACCCEA79}" destId="{5292ABD9-9675-452A-98B1-81C1AA74A148}" srcOrd="0" destOrd="0" presId="urn:microsoft.com/office/officeart/2005/8/layout/hList1"/>
    <dgm:cxn modelId="{DCD62510-AE32-408E-85DB-885A6FD6F6FD}" type="presParOf" srcId="{B848F416-7B4A-40AE-87EC-C37EACCCEA79}" destId="{04399391-65D5-46DC-B860-D0E1D8FBDFFD}"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B6A8923-1EDB-4FBC-8819-00F7E5304A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BE29A549-0F5E-4F68-BA36-E3DD6D676553}">
      <dgm:prSet/>
      <dgm:spPr/>
      <dgm:t>
        <a:bodyPr/>
        <a:lstStyle/>
        <a:p>
          <a:r>
            <a:rPr lang="en-MY"/>
            <a:t>Environment types</a:t>
          </a:r>
        </a:p>
      </dgm:t>
    </dgm:pt>
    <dgm:pt modelId="{9F48F294-5F79-4AE5-A747-B64CC5EB94C2}" type="parTrans" cxnId="{D662C555-8962-49AB-BA53-B2B84D848B80}">
      <dgm:prSet/>
      <dgm:spPr/>
      <dgm:t>
        <a:bodyPr/>
        <a:lstStyle/>
        <a:p>
          <a:endParaRPr lang="en-MY"/>
        </a:p>
      </dgm:t>
    </dgm:pt>
    <dgm:pt modelId="{43E307A3-24AB-4BB9-BA42-1041BC83D099}" type="sibTrans" cxnId="{D662C555-8962-49AB-BA53-B2B84D848B80}">
      <dgm:prSet/>
      <dgm:spPr/>
      <dgm:t>
        <a:bodyPr/>
        <a:lstStyle/>
        <a:p>
          <a:endParaRPr lang="en-MY"/>
        </a:p>
      </dgm:t>
    </dgm:pt>
    <dgm:pt modelId="{68888864-3365-42DD-851F-2EFE0C88178A}" type="pres">
      <dgm:prSet presAssocID="{EB6A8923-1EDB-4FBC-8819-00F7E5304A53}" presName="linear" presStyleCnt="0">
        <dgm:presLayoutVars>
          <dgm:animLvl val="lvl"/>
          <dgm:resizeHandles val="exact"/>
        </dgm:presLayoutVars>
      </dgm:prSet>
      <dgm:spPr/>
    </dgm:pt>
    <dgm:pt modelId="{407E12DC-8BBD-4147-B549-D7A0F44A8B81}" type="pres">
      <dgm:prSet presAssocID="{BE29A549-0F5E-4F68-BA36-E3DD6D676553}" presName="parentText" presStyleLbl="node1" presStyleIdx="0" presStyleCnt="1">
        <dgm:presLayoutVars>
          <dgm:chMax val="0"/>
          <dgm:bulletEnabled val="1"/>
        </dgm:presLayoutVars>
      </dgm:prSet>
      <dgm:spPr/>
    </dgm:pt>
  </dgm:ptLst>
  <dgm:cxnLst>
    <dgm:cxn modelId="{D662C555-8962-49AB-BA53-B2B84D848B80}" srcId="{EB6A8923-1EDB-4FBC-8819-00F7E5304A53}" destId="{BE29A549-0F5E-4F68-BA36-E3DD6D676553}" srcOrd="0" destOrd="0" parTransId="{9F48F294-5F79-4AE5-A747-B64CC5EB94C2}" sibTransId="{43E307A3-24AB-4BB9-BA42-1041BC83D099}"/>
    <dgm:cxn modelId="{F6348F9A-E5EE-405A-98AA-5BFF43F32755}" type="presOf" srcId="{BE29A549-0F5E-4F68-BA36-E3DD6D676553}" destId="{407E12DC-8BBD-4147-B549-D7A0F44A8B81}" srcOrd="0" destOrd="0" presId="urn:microsoft.com/office/officeart/2005/8/layout/vList2"/>
    <dgm:cxn modelId="{611126F5-4E32-4847-B718-9E7BCBA1F861}" type="presOf" srcId="{EB6A8923-1EDB-4FBC-8819-00F7E5304A53}" destId="{68888864-3365-42DD-851F-2EFE0C88178A}" srcOrd="0" destOrd="0" presId="urn:microsoft.com/office/officeart/2005/8/layout/vList2"/>
    <dgm:cxn modelId="{A46132BD-5C95-4CE7-9078-EB940FEC3CAB}" type="presParOf" srcId="{68888864-3365-42DD-851F-2EFE0C88178A}" destId="{407E12DC-8BBD-4147-B549-D7A0F44A8B8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051333A-E713-42FC-B624-D417F5C8341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MY"/>
        </a:p>
      </dgm:t>
    </dgm:pt>
    <dgm:pt modelId="{3B6E10B8-5DDD-4F9E-8161-C786D4CB6116}">
      <dgm:prSet/>
      <dgm:spPr/>
      <dgm:t>
        <a:bodyPr/>
        <a:lstStyle/>
        <a:p>
          <a:r>
            <a:rPr lang="en-MY" dirty="0"/>
            <a:t>Static (vs. dynamic):</a:t>
          </a:r>
        </a:p>
      </dgm:t>
    </dgm:pt>
    <dgm:pt modelId="{053493EF-D4E8-47B7-BB46-FCA10A402B16}" type="parTrans" cxnId="{D002651B-C65E-449C-829C-4880BF4D89DE}">
      <dgm:prSet/>
      <dgm:spPr/>
      <dgm:t>
        <a:bodyPr/>
        <a:lstStyle/>
        <a:p>
          <a:endParaRPr lang="en-MY"/>
        </a:p>
      </dgm:t>
    </dgm:pt>
    <dgm:pt modelId="{75A590F6-5CBD-43F0-AC1F-14597C8FAF4C}" type="sibTrans" cxnId="{D002651B-C65E-449C-829C-4880BF4D89DE}">
      <dgm:prSet/>
      <dgm:spPr/>
      <dgm:t>
        <a:bodyPr/>
        <a:lstStyle/>
        <a:p>
          <a:endParaRPr lang="en-MY"/>
        </a:p>
      </dgm:t>
    </dgm:pt>
    <dgm:pt modelId="{C759C111-9537-4DE2-85D8-D3C7B64A0D0F}">
      <dgm:prSet/>
      <dgm:spPr/>
      <dgm:t>
        <a:bodyPr/>
        <a:lstStyle/>
        <a:p>
          <a:r>
            <a:rPr lang="en-MY" dirty="0"/>
            <a:t>Discrete (vs. continuous): </a:t>
          </a:r>
        </a:p>
      </dgm:t>
    </dgm:pt>
    <dgm:pt modelId="{D1FA138C-B880-4C71-BADD-444AF1153245}" type="parTrans" cxnId="{8679C604-A28C-4D4D-8FF5-72C1C7AB5068}">
      <dgm:prSet/>
      <dgm:spPr/>
      <dgm:t>
        <a:bodyPr/>
        <a:lstStyle/>
        <a:p>
          <a:endParaRPr lang="en-MY"/>
        </a:p>
      </dgm:t>
    </dgm:pt>
    <dgm:pt modelId="{03A27946-6D37-43ED-966D-2E8E57D5068F}" type="sibTrans" cxnId="{8679C604-A28C-4D4D-8FF5-72C1C7AB5068}">
      <dgm:prSet/>
      <dgm:spPr/>
      <dgm:t>
        <a:bodyPr/>
        <a:lstStyle/>
        <a:p>
          <a:endParaRPr lang="en-MY"/>
        </a:p>
      </dgm:t>
    </dgm:pt>
    <dgm:pt modelId="{50F33B7D-E3A8-4975-809E-CAD04BE39ED8}">
      <dgm:prSet/>
      <dgm:spPr/>
      <dgm:t>
        <a:bodyPr/>
        <a:lstStyle/>
        <a:p>
          <a:r>
            <a:rPr lang="en-MY" dirty="0"/>
            <a:t>A limited number of distinct, clearly defined precepts and actions.</a:t>
          </a:r>
        </a:p>
      </dgm:t>
    </dgm:pt>
    <dgm:pt modelId="{F75C00D0-5784-46E5-9FB6-C302F85B3995}" type="parTrans" cxnId="{E6F8B9BB-AF45-4EAD-8687-180C7352E91C}">
      <dgm:prSet/>
      <dgm:spPr/>
      <dgm:t>
        <a:bodyPr/>
        <a:lstStyle/>
        <a:p>
          <a:endParaRPr lang="en-MY"/>
        </a:p>
      </dgm:t>
    </dgm:pt>
    <dgm:pt modelId="{F528772D-B3C8-4B05-A1BE-A6F368B5564B}" type="sibTrans" cxnId="{E6F8B9BB-AF45-4EAD-8687-180C7352E91C}">
      <dgm:prSet/>
      <dgm:spPr/>
      <dgm:t>
        <a:bodyPr/>
        <a:lstStyle/>
        <a:p>
          <a:endParaRPr lang="en-MY"/>
        </a:p>
      </dgm:t>
    </dgm:pt>
    <dgm:pt modelId="{0F6074D0-F1C2-4120-AB83-63D57A67A79B}">
      <dgm:prSet/>
      <dgm:spPr/>
      <dgm:t>
        <a:bodyPr/>
        <a:lstStyle/>
        <a:p>
          <a:r>
            <a:rPr lang="en-MY" dirty="0"/>
            <a:t>An agent operating by itself in an environment.</a:t>
          </a:r>
        </a:p>
      </dgm:t>
    </dgm:pt>
    <dgm:pt modelId="{936F9604-D2DF-4C5A-BB40-B57A7151C23D}" type="parTrans" cxnId="{79C3DC20-685F-4AA8-AEF6-379A67737FD0}">
      <dgm:prSet/>
      <dgm:spPr/>
      <dgm:t>
        <a:bodyPr/>
        <a:lstStyle/>
        <a:p>
          <a:endParaRPr lang="en-MY"/>
        </a:p>
      </dgm:t>
    </dgm:pt>
    <dgm:pt modelId="{162B5840-072F-4C15-9E71-5F8FB098DFA0}" type="sibTrans" cxnId="{79C3DC20-685F-4AA8-AEF6-379A67737FD0}">
      <dgm:prSet/>
      <dgm:spPr/>
      <dgm:t>
        <a:bodyPr/>
        <a:lstStyle/>
        <a:p>
          <a:endParaRPr lang="en-MY"/>
        </a:p>
      </dgm:t>
    </dgm:pt>
    <dgm:pt modelId="{2F0CC931-6353-47CA-9195-5AA9FBE14421}">
      <dgm:prSet/>
      <dgm:spPr/>
      <dgm:t>
        <a:bodyPr/>
        <a:lstStyle/>
        <a:p>
          <a:r>
            <a:rPr lang="en-MY"/>
            <a:t>The environment is unchanged while an agent is deliberating. (The environment is semidynamic if the environment itself does not change with the passage of time but the agent's performance score does)</a:t>
          </a:r>
        </a:p>
      </dgm:t>
    </dgm:pt>
    <dgm:pt modelId="{C56F8784-B33A-4DF6-A666-5522FD6540D7}" type="parTrans" cxnId="{48BC2E3F-75A0-477E-85FD-30640B3AB5BB}">
      <dgm:prSet/>
      <dgm:spPr/>
      <dgm:t>
        <a:bodyPr/>
        <a:lstStyle/>
        <a:p>
          <a:endParaRPr lang="en-MY"/>
        </a:p>
      </dgm:t>
    </dgm:pt>
    <dgm:pt modelId="{EB89575B-6D29-432E-8A03-3E7FBFB26A25}" type="sibTrans" cxnId="{48BC2E3F-75A0-477E-85FD-30640B3AB5BB}">
      <dgm:prSet/>
      <dgm:spPr/>
      <dgm:t>
        <a:bodyPr/>
        <a:lstStyle/>
        <a:p>
          <a:endParaRPr lang="en-MY"/>
        </a:p>
      </dgm:t>
    </dgm:pt>
    <dgm:pt modelId="{05F8CBC6-232C-4D45-9200-8317801799F8}">
      <dgm:prSet/>
      <dgm:spPr/>
      <dgm:t>
        <a:bodyPr/>
        <a:lstStyle/>
        <a:p>
          <a:r>
            <a:rPr lang="en-MY" dirty="0"/>
            <a:t>Single agent (vs. multiagent): </a:t>
          </a:r>
        </a:p>
      </dgm:t>
    </dgm:pt>
    <dgm:pt modelId="{695743C5-2E18-431B-88A6-8C0A01FEC78F}" type="sibTrans" cxnId="{472F8DCC-59EA-4997-A455-038BCB709B2E}">
      <dgm:prSet/>
      <dgm:spPr/>
      <dgm:t>
        <a:bodyPr/>
        <a:lstStyle/>
        <a:p>
          <a:endParaRPr lang="en-MY"/>
        </a:p>
      </dgm:t>
    </dgm:pt>
    <dgm:pt modelId="{00D3187E-03AD-49C0-9104-05C75AFF464C}" type="parTrans" cxnId="{472F8DCC-59EA-4997-A455-038BCB709B2E}">
      <dgm:prSet/>
      <dgm:spPr/>
      <dgm:t>
        <a:bodyPr/>
        <a:lstStyle/>
        <a:p>
          <a:endParaRPr lang="en-MY"/>
        </a:p>
      </dgm:t>
    </dgm:pt>
    <dgm:pt modelId="{A63AB546-E3F2-416F-84EF-E8F56BAB4C59}" type="pres">
      <dgm:prSet presAssocID="{A051333A-E713-42FC-B624-D417F5C83413}" presName="Name0" presStyleCnt="0">
        <dgm:presLayoutVars>
          <dgm:dir/>
          <dgm:animLvl val="lvl"/>
          <dgm:resizeHandles val="exact"/>
        </dgm:presLayoutVars>
      </dgm:prSet>
      <dgm:spPr/>
    </dgm:pt>
    <dgm:pt modelId="{484290E7-D89E-4EE6-ABB6-8B7B14EDD1C1}" type="pres">
      <dgm:prSet presAssocID="{3B6E10B8-5DDD-4F9E-8161-C786D4CB6116}" presName="composite" presStyleCnt="0"/>
      <dgm:spPr/>
    </dgm:pt>
    <dgm:pt modelId="{B86431F7-257B-4B5E-AF18-2342A2112AF6}" type="pres">
      <dgm:prSet presAssocID="{3B6E10B8-5DDD-4F9E-8161-C786D4CB6116}" presName="parTx" presStyleLbl="alignNode1" presStyleIdx="0" presStyleCnt="3">
        <dgm:presLayoutVars>
          <dgm:chMax val="0"/>
          <dgm:chPref val="0"/>
          <dgm:bulletEnabled val="1"/>
        </dgm:presLayoutVars>
      </dgm:prSet>
      <dgm:spPr/>
    </dgm:pt>
    <dgm:pt modelId="{99E50EB9-BC83-4756-A1E0-89F64E6483E7}" type="pres">
      <dgm:prSet presAssocID="{3B6E10B8-5DDD-4F9E-8161-C786D4CB6116}" presName="desTx" presStyleLbl="alignAccFollowNode1" presStyleIdx="0" presStyleCnt="3">
        <dgm:presLayoutVars>
          <dgm:bulletEnabled val="1"/>
        </dgm:presLayoutVars>
      </dgm:prSet>
      <dgm:spPr/>
    </dgm:pt>
    <dgm:pt modelId="{1446E4E3-18CE-4938-A0DE-3574E166FA72}" type="pres">
      <dgm:prSet presAssocID="{75A590F6-5CBD-43F0-AC1F-14597C8FAF4C}" presName="space" presStyleCnt="0"/>
      <dgm:spPr/>
    </dgm:pt>
    <dgm:pt modelId="{36E9D9E1-EEF1-4809-B717-6D812FE9EEBB}" type="pres">
      <dgm:prSet presAssocID="{C759C111-9537-4DE2-85D8-D3C7B64A0D0F}" presName="composite" presStyleCnt="0"/>
      <dgm:spPr/>
    </dgm:pt>
    <dgm:pt modelId="{1E342ED7-3752-4D28-A03F-536EDA9C2752}" type="pres">
      <dgm:prSet presAssocID="{C759C111-9537-4DE2-85D8-D3C7B64A0D0F}" presName="parTx" presStyleLbl="alignNode1" presStyleIdx="1" presStyleCnt="3">
        <dgm:presLayoutVars>
          <dgm:chMax val="0"/>
          <dgm:chPref val="0"/>
          <dgm:bulletEnabled val="1"/>
        </dgm:presLayoutVars>
      </dgm:prSet>
      <dgm:spPr/>
    </dgm:pt>
    <dgm:pt modelId="{A34632E0-F7AA-4AB0-A621-EE5AE1FC6613}" type="pres">
      <dgm:prSet presAssocID="{C759C111-9537-4DE2-85D8-D3C7B64A0D0F}" presName="desTx" presStyleLbl="alignAccFollowNode1" presStyleIdx="1" presStyleCnt="3">
        <dgm:presLayoutVars>
          <dgm:bulletEnabled val="1"/>
        </dgm:presLayoutVars>
      </dgm:prSet>
      <dgm:spPr/>
    </dgm:pt>
    <dgm:pt modelId="{39701C48-7E2B-4AA2-9E67-35AFF8799011}" type="pres">
      <dgm:prSet presAssocID="{03A27946-6D37-43ED-966D-2E8E57D5068F}" presName="space" presStyleCnt="0"/>
      <dgm:spPr/>
    </dgm:pt>
    <dgm:pt modelId="{9B4C4AF6-ADB1-4382-9BA4-8846EDA3782A}" type="pres">
      <dgm:prSet presAssocID="{05F8CBC6-232C-4D45-9200-8317801799F8}" presName="composite" presStyleCnt="0"/>
      <dgm:spPr/>
    </dgm:pt>
    <dgm:pt modelId="{C416408B-D10A-420D-A9C4-28B7131AD497}" type="pres">
      <dgm:prSet presAssocID="{05F8CBC6-232C-4D45-9200-8317801799F8}" presName="parTx" presStyleLbl="alignNode1" presStyleIdx="2" presStyleCnt="3">
        <dgm:presLayoutVars>
          <dgm:chMax val="0"/>
          <dgm:chPref val="0"/>
          <dgm:bulletEnabled val="1"/>
        </dgm:presLayoutVars>
      </dgm:prSet>
      <dgm:spPr/>
    </dgm:pt>
    <dgm:pt modelId="{A86A4788-749C-425E-976C-468D01193BFA}" type="pres">
      <dgm:prSet presAssocID="{05F8CBC6-232C-4D45-9200-8317801799F8}" presName="desTx" presStyleLbl="alignAccFollowNode1" presStyleIdx="2" presStyleCnt="3">
        <dgm:presLayoutVars>
          <dgm:bulletEnabled val="1"/>
        </dgm:presLayoutVars>
      </dgm:prSet>
      <dgm:spPr/>
    </dgm:pt>
  </dgm:ptLst>
  <dgm:cxnLst>
    <dgm:cxn modelId="{8679C604-A28C-4D4D-8FF5-72C1C7AB5068}" srcId="{A051333A-E713-42FC-B624-D417F5C83413}" destId="{C759C111-9537-4DE2-85D8-D3C7B64A0D0F}" srcOrd="1" destOrd="0" parTransId="{D1FA138C-B880-4C71-BADD-444AF1153245}" sibTransId="{03A27946-6D37-43ED-966D-2E8E57D5068F}"/>
    <dgm:cxn modelId="{7A5ECC1A-15CC-4036-9E06-2A2E19EF70AE}" type="presOf" srcId="{3B6E10B8-5DDD-4F9E-8161-C786D4CB6116}" destId="{B86431F7-257B-4B5E-AF18-2342A2112AF6}" srcOrd="0" destOrd="0" presId="urn:microsoft.com/office/officeart/2005/8/layout/hList1"/>
    <dgm:cxn modelId="{D002651B-C65E-449C-829C-4880BF4D89DE}" srcId="{A051333A-E713-42FC-B624-D417F5C83413}" destId="{3B6E10B8-5DDD-4F9E-8161-C786D4CB6116}" srcOrd="0" destOrd="0" parTransId="{053493EF-D4E8-47B7-BB46-FCA10A402B16}" sibTransId="{75A590F6-5CBD-43F0-AC1F-14597C8FAF4C}"/>
    <dgm:cxn modelId="{79C3DC20-685F-4AA8-AEF6-379A67737FD0}" srcId="{05F8CBC6-232C-4D45-9200-8317801799F8}" destId="{0F6074D0-F1C2-4120-AB83-63D57A67A79B}" srcOrd="0" destOrd="0" parTransId="{936F9604-D2DF-4C5A-BB40-B57A7151C23D}" sibTransId="{162B5840-072F-4C15-9E71-5F8FB098DFA0}"/>
    <dgm:cxn modelId="{CAC62F28-9B6B-4EA6-B5EB-044B9D0469F5}" type="presOf" srcId="{50F33B7D-E3A8-4975-809E-CAD04BE39ED8}" destId="{A34632E0-F7AA-4AB0-A621-EE5AE1FC6613}" srcOrd="0" destOrd="0" presId="urn:microsoft.com/office/officeart/2005/8/layout/hList1"/>
    <dgm:cxn modelId="{48BC2E3F-75A0-477E-85FD-30640B3AB5BB}" srcId="{3B6E10B8-5DDD-4F9E-8161-C786D4CB6116}" destId="{2F0CC931-6353-47CA-9195-5AA9FBE14421}" srcOrd="0" destOrd="0" parTransId="{C56F8784-B33A-4DF6-A666-5522FD6540D7}" sibTransId="{EB89575B-6D29-432E-8A03-3E7FBFB26A25}"/>
    <dgm:cxn modelId="{58D3476C-6001-4C19-9139-C8DE4DF4E008}" type="presOf" srcId="{A051333A-E713-42FC-B624-D417F5C83413}" destId="{A63AB546-E3F2-416F-84EF-E8F56BAB4C59}" srcOrd="0" destOrd="0" presId="urn:microsoft.com/office/officeart/2005/8/layout/hList1"/>
    <dgm:cxn modelId="{01DA647C-958B-44E7-9601-17AE13E40049}" type="presOf" srcId="{05F8CBC6-232C-4D45-9200-8317801799F8}" destId="{C416408B-D10A-420D-A9C4-28B7131AD497}" srcOrd="0" destOrd="0" presId="urn:microsoft.com/office/officeart/2005/8/layout/hList1"/>
    <dgm:cxn modelId="{AA86FA91-934F-45D4-990E-0B3D57A67972}" type="presOf" srcId="{C759C111-9537-4DE2-85D8-D3C7B64A0D0F}" destId="{1E342ED7-3752-4D28-A03F-536EDA9C2752}" srcOrd="0" destOrd="0" presId="urn:microsoft.com/office/officeart/2005/8/layout/hList1"/>
    <dgm:cxn modelId="{E6F8B9BB-AF45-4EAD-8687-180C7352E91C}" srcId="{C759C111-9537-4DE2-85D8-D3C7B64A0D0F}" destId="{50F33B7D-E3A8-4975-809E-CAD04BE39ED8}" srcOrd="0" destOrd="0" parTransId="{F75C00D0-5784-46E5-9FB6-C302F85B3995}" sibTransId="{F528772D-B3C8-4B05-A1BE-A6F368B5564B}"/>
    <dgm:cxn modelId="{7673CDC4-7CD9-4C46-A290-8791BDDB3143}" type="presOf" srcId="{2F0CC931-6353-47CA-9195-5AA9FBE14421}" destId="{99E50EB9-BC83-4756-A1E0-89F64E6483E7}" srcOrd="0" destOrd="0" presId="urn:microsoft.com/office/officeart/2005/8/layout/hList1"/>
    <dgm:cxn modelId="{472F8DCC-59EA-4997-A455-038BCB709B2E}" srcId="{A051333A-E713-42FC-B624-D417F5C83413}" destId="{05F8CBC6-232C-4D45-9200-8317801799F8}" srcOrd="2" destOrd="0" parTransId="{00D3187E-03AD-49C0-9104-05C75AFF464C}" sibTransId="{695743C5-2E18-431B-88A6-8C0A01FEC78F}"/>
    <dgm:cxn modelId="{F00C4DF4-38C4-4C3E-AA30-1386B09E0881}" type="presOf" srcId="{0F6074D0-F1C2-4120-AB83-63D57A67A79B}" destId="{A86A4788-749C-425E-976C-468D01193BFA}" srcOrd="0" destOrd="0" presId="urn:microsoft.com/office/officeart/2005/8/layout/hList1"/>
    <dgm:cxn modelId="{C6907721-F290-4FE3-A84C-CE107A6CE2F1}" type="presParOf" srcId="{A63AB546-E3F2-416F-84EF-E8F56BAB4C59}" destId="{484290E7-D89E-4EE6-ABB6-8B7B14EDD1C1}" srcOrd="0" destOrd="0" presId="urn:microsoft.com/office/officeart/2005/8/layout/hList1"/>
    <dgm:cxn modelId="{8E49FB69-6AB4-4969-8ECF-C61564572579}" type="presParOf" srcId="{484290E7-D89E-4EE6-ABB6-8B7B14EDD1C1}" destId="{B86431F7-257B-4B5E-AF18-2342A2112AF6}" srcOrd="0" destOrd="0" presId="urn:microsoft.com/office/officeart/2005/8/layout/hList1"/>
    <dgm:cxn modelId="{BE902463-37DF-4458-98A7-8B71C0BB9CB4}" type="presParOf" srcId="{484290E7-D89E-4EE6-ABB6-8B7B14EDD1C1}" destId="{99E50EB9-BC83-4756-A1E0-89F64E6483E7}" srcOrd="1" destOrd="0" presId="urn:microsoft.com/office/officeart/2005/8/layout/hList1"/>
    <dgm:cxn modelId="{43FB1F6C-0226-482F-A2FA-0274D2DC46A8}" type="presParOf" srcId="{A63AB546-E3F2-416F-84EF-E8F56BAB4C59}" destId="{1446E4E3-18CE-4938-A0DE-3574E166FA72}" srcOrd="1" destOrd="0" presId="urn:microsoft.com/office/officeart/2005/8/layout/hList1"/>
    <dgm:cxn modelId="{DD062185-CA4D-458F-9846-CADB9DEEF59B}" type="presParOf" srcId="{A63AB546-E3F2-416F-84EF-E8F56BAB4C59}" destId="{36E9D9E1-EEF1-4809-B717-6D812FE9EEBB}" srcOrd="2" destOrd="0" presId="urn:microsoft.com/office/officeart/2005/8/layout/hList1"/>
    <dgm:cxn modelId="{4D6FE2A7-D7F8-4697-AC1C-896C3D0E7ABD}" type="presParOf" srcId="{36E9D9E1-EEF1-4809-B717-6D812FE9EEBB}" destId="{1E342ED7-3752-4D28-A03F-536EDA9C2752}" srcOrd="0" destOrd="0" presId="urn:microsoft.com/office/officeart/2005/8/layout/hList1"/>
    <dgm:cxn modelId="{BFA3485E-D990-4E1D-A8C6-45BC6B82B8D9}" type="presParOf" srcId="{36E9D9E1-EEF1-4809-B717-6D812FE9EEBB}" destId="{A34632E0-F7AA-4AB0-A621-EE5AE1FC6613}" srcOrd="1" destOrd="0" presId="urn:microsoft.com/office/officeart/2005/8/layout/hList1"/>
    <dgm:cxn modelId="{D6C05D48-5008-4F7B-A696-74E6000B9169}" type="presParOf" srcId="{A63AB546-E3F2-416F-84EF-E8F56BAB4C59}" destId="{39701C48-7E2B-4AA2-9E67-35AFF8799011}" srcOrd="3" destOrd="0" presId="urn:microsoft.com/office/officeart/2005/8/layout/hList1"/>
    <dgm:cxn modelId="{B5DB22AB-2739-4DA1-8E61-4544829F273A}" type="presParOf" srcId="{A63AB546-E3F2-416F-84EF-E8F56BAB4C59}" destId="{9B4C4AF6-ADB1-4382-9BA4-8846EDA3782A}" srcOrd="4" destOrd="0" presId="urn:microsoft.com/office/officeart/2005/8/layout/hList1"/>
    <dgm:cxn modelId="{F14278DF-4454-45CB-829C-CE67CF734417}" type="presParOf" srcId="{9B4C4AF6-ADB1-4382-9BA4-8846EDA3782A}" destId="{C416408B-D10A-420D-A9C4-28B7131AD497}" srcOrd="0" destOrd="0" presId="urn:microsoft.com/office/officeart/2005/8/layout/hList1"/>
    <dgm:cxn modelId="{944A5272-CB3B-42BF-A48F-2C5D42BB8F2F}" type="presParOf" srcId="{9B4C4AF6-ADB1-4382-9BA4-8846EDA3782A}" destId="{A86A4788-749C-425E-976C-468D01193BFA}"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B4E7A21E-D2BC-4571-B1BC-1561A079023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4A7EB523-38DF-4951-A2BD-A3F78F6D8521}">
      <dgm:prSet/>
      <dgm:spPr/>
      <dgm:t>
        <a:bodyPr/>
        <a:lstStyle/>
        <a:p>
          <a:r>
            <a:rPr lang="en-MY"/>
            <a:t>Environment types</a:t>
          </a:r>
        </a:p>
      </dgm:t>
    </dgm:pt>
    <dgm:pt modelId="{7E5800DB-73D8-490C-9680-C1C6AFE62DE9}" type="parTrans" cxnId="{8FDB1B97-7878-4280-95E3-4CAB70C70C13}">
      <dgm:prSet/>
      <dgm:spPr/>
      <dgm:t>
        <a:bodyPr/>
        <a:lstStyle/>
        <a:p>
          <a:endParaRPr lang="en-MY"/>
        </a:p>
      </dgm:t>
    </dgm:pt>
    <dgm:pt modelId="{D901AFDF-E702-4021-9372-A63D2DED7B2A}" type="sibTrans" cxnId="{8FDB1B97-7878-4280-95E3-4CAB70C70C13}">
      <dgm:prSet/>
      <dgm:spPr/>
      <dgm:t>
        <a:bodyPr/>
        <a:lstStyle/>
        <a:p>
          <a:endParaRPr lang="en-MY"/>
        </a:p>
      </dgm:t>
    </dgm:pt>
    <dgm:pt modelId="{270B1F2B-F800-41DE-95BB-4702E2FD183E}" type="pres">
      <dgm:prSet presAssocID="{B4E7A21E-D2BC-4571-B1BC-1561A079023C}" presName="linear" presStyleCnt="0">
        <dgm:presLayoutVars>
          <dgm:animLvl val="lvl"/>
          <dgm:resizeHandles val="exact"/>
        </dgm:presLayoutVars>
      </dgm:prSet>
      <dgm:spPr/>
    </dgm:pt>
    <dgm:pt modelId="{7AC2F304-5859-486E-BCE7-0FD26AD8CF0D}" type="pres">
      <dgm:prSet presAssocID="{4A7EB523-38DF-4951-A2BD-A3F78F6D8521}" presName="parentText" presStyleLbl="node1" presStyleIdx="0" presStyleCnt="1">
        <dgm:presLayoutVars>
          <dgm:chMax val="0"/>
          <dgm:bulletEnabled val="1"/>
        </dgm:presLayoutVars>
      </dgm:prSet>
      <dgm:spPr/>
    </dgm:pt>
  </dgm:ptLst>
  <dgm:cxnLst>
    <dgm:cxn modelId="{8FDB1B97-7878-4280-95E3-4CAB70C70C13}" srcId="{B4E7A21E-D2BC-4571-B1BC-1561A079023C}" destId="{4A7EB523-38DF-4951-A2BD-A3F78F6D8521}" srcOrd="0" destOrd="0" parTransId="{7E5800DB-73D8-490C-9680-C1C6AFE62DE9}" sibTransId="{D901AFDF-E702-4021-9372-A63D2DED7B2A}"/>
    <dgm:cxn modelId="{FF7D2CC0-BA60-4242-9686-CF6B6467B42D}" type="presOf" srcId="{4A7EB523-38DF-4951-A2BD-A3F78F6D8521}" destId="{7AC2F304-5859-486E-BCE7-0FD26AD8CF0D}" srcOrd="0" destOrd="0" presId="urn:microsoft.com/office/officeart/2005/8/layout/vList2"/>
    <dgm:cxn modelId="{0D771BCA-11BE-4E54-A4B7-2ED6A5D2B465}" type="presOf" srcId="{B4E7A21E-D2BC-4571-B1BC-1561A079023C}" destId="{270B1F2B-F800-41DE-95BB-4702E2FD183E}" srcOrd="0" destOrd="0" presId="urn:microsoft.com/office/officeart/2005/8/layout/vList2"/>
    <dgm:cxn modelId="{B34DC288-530E-4AD2-96E4-307C9F983B8C}" type="presParOf" srcId="{270B1F2B-F800-41DE-95BB-4702E2FD183E}" destId="{7AC2F304-5859-486E-BCE7-0FD26AD8CF0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74966D3-2509-479E-83EF-9242FE1B264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55D73E1D-3549-4015-9F0A-16BC121BFE03}">
      <dgm:prSet/>
      <dgm:spPr/>
      <dgm:t>
        <a:bodyPr/>
        <a:lstStyle/>
        <a:p>
          <a:r>
            <a:rPr lang="en-MY"/>
            <a:t>Properties of a	Chess agent</a:t>
          </a:r>
        </a:p>
      </dgm:t>
    </dgm:pt>
    <dgm:pt modelId="{FF4A3D6A-5A6B-47CA-9987-DCDC927CF470}" type="parTrans" cxnId="{E0996DE8-3443-4D66-AA64-F909B04345EA}">
      <dgm:prSet/>
      <dgm:spPr/>
      <dgm:t>
        <a:bodyPr/>
        <a:lstStyle/>
        <a:p>
          <a:endParaRPr lang="en-MY"/>
        </a:p>
      </dgm:t>
    </dgm:pt>
    <dgm:pt modelId="{0C96D5D2-A75D-487D-A80C-7841D34A88BA}" type="sibTrans" cxnId="{E0996DE8-3443-4D66-AA64-F909B04345EA}">
      <dgm:prSet/>
      <dgm:spPr/>
      <dgm:t>
        <a:bodyPr/>
        <a:lstStyle/>
        <a:p>
          <a:endParaRPr lang="en-MY"/>
        </a:p>
      </dgm:t>
    </dgm:pt>
    <dgm:pt modelId="{E4C91E18-C27A-4E2F-9F56-C0D534971F17}" type="pres">
      <dgm:prSet presAssocID="{474966D3-2509-479E-83EF-9242FE1B264B}" presName="linear" presStyleCnt="0">
        <dgm:presLayoutVars>
          <dgm:animLvl val="lvl"/>
          <dgm:resizeHandles val="exact"/>
        </dgm:presLayoutVars>
      </dgm:prSet>
      <dgm:spPr/>
    </dgm:pt>
    <dgm:pt modelId="{53ACF164-1EC7-42FF-B34E-3C70F29B1613}" type="pres">
      <dgm:prSet presAssocID="{55D73E1D-3549-4015-9F0A-16BC121BFE03}" presName="parentText" presStyleLbl="node1" presStyleIdx="0" presStyleCnt="1">
        <dgm:presLayoutVars>
          <dgm:chMax val="0"/>
          <dgm:bulletEnabled val="1"/>
        </dgm:presLayoutVars>
      </dgm:prSet>
      <dgm:spPr/>
    </dgm:pt>
  </dgm:ptLst>
  <dgm:cxnLst>
    <dgm:cxn modelId="{B539798E-897D-47DC-803E-12317B671C8C}" type="presOf" srcId="{474966D3-2509-479E-83EF-9242FE1B264B}" destId="{E4C91E18-C27A-4E2F-9F56-C0D534971F17}" srcOrd="0" destOrd="0" presId="urn:microsoft.com/office/officeart/2005/8/layout/vList2"/>
    <dgm:cxn modelId="{E0996DE8-3443-4D66-AA64-F909B04345EA}" srcId="{474966D3-2509-479E-83EF-9242FE1B264B}" destId="{55D73E1D-3549-4015-9F0A-16BC121BFE03}" srcOrd="0" destOrd="0" parTransId="{FF4A3D6A-5A6B-47CA-9987-DCDC927CF470}" sibTransId="{0C96D5D2-A75D-487D-A80C-7841D34A88BA}"/>
    <dgm:cxn modelId="{CCED88E9-FE7E-4E9A-8EB1-C7BE5C300020}" type="presOf" srcId="{55D73E1D-3549-4015-9F0A-16BC121BFE03}" destId="{53ACF164-1EC7-42FF-B34E-3C70F29B1613}" srcOrd="0" destOrd="0" presId="urn:microsoft.com/office/officeart/2005/8/layout/vList2"/>
    <dgm:cxn modelId="{6F3A6C40-3556-48FE-8FAE-38B643623F4E}" type="presParOf" srcId="{E4C91E18-C27A-4E2F-9F56-C0D534971F17}" destId="{53ACF164-1EC7-42FF-B34E-3C70F29B161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25699104-D423-4361-AD34-DAFECE38A23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E7298504-326B-40BA-BC38-85FB6672B3CE}">
      <dgm:prSet/>
      <dgm:spPr/>
      <dgm:t>
        <a:bodyPr/>
        <a:lstStyle/>
        <a:p>
          <a:r>
            <a:rPr lang="en-MY"/>
            <a:t>Properties of a non-player character agent.</a:t>
          </a:r>
        </a:p>
      </dgm:t>
    </dgm:pt>
    <dgm:pt modelId="{70E72623-8B30-4EE6-8569-404D7940EB03}" type="parTrans" cxnId="{46EF60BF-6725-406C-845D-8D14DFE2B28D}">
      <dgm:prSet/>
      <dgm:spPr/>
      <dgm:t>
        <a:bodyPr/>
        <a:lstStyle/>
        <a:p>
          <a:endParaRPr lang="en-MY"/>
        </a:p>
      </dgm:t>
    </dgm:pt>
    <dgm:pt modelId="{9D7882A0-9CD4-479D-AB78-B7D94CBDAC76}" type="sibTrans" cxnId="{46EF60BF-6725-406C-845D-8D14DFE2B28D}">
      <dgm:prSet/>
      <dgm:spPr/>
      <dgm:t>
        <a:bodyPr/>
        <a:lstStyle/>
        <a:p>
          <a:endParaRPr lang="en-MY"/>
        </a:p>
      </dgm:t>
    </dgm:pt>
    <dgm:pt modelId="{7B1C883A-00BA-4F15-A4CC-12D5AB86BE2A}" type="pres">
      <dgm:prSet presAssocID="{25699104-D423-4361-AD34-DAFECE38A239}" presName="linear" presStyleCnt="0">
        <dgm:presLayoutVars>
          <dgm:animLvl val="lvl"/>
          <dgm:resizeHandles val="exact"/>
        </dgm:presLayoutVars>
      </dgm:prSet>
      <dgm:spPr/>
    </dgm:pt>
    <dgm:pt modelId="{32652103-EAA4-4F35-97C8-0AC437D42A3C}" type="pres">
      <dgm:prSet presAssocID="{E7298504-326B-40BA-BC38-85FB6672B3CE}" presName="parentText" presStyleLbl="node1" presStyleIdx="0" presStyleCnt="1">
        <dgm:presLayoutVars>
          <dgm:chMax val="0"/>
          <dgm:bulletEnabled val="1"/>
        </dgm:presLayoutVars>
      </dgm:prSet>
      <dgm:spPr/>
    </dgm:pt>
  </dgm:ptLst>
  <dgm:cxnLst>
    <dgm:cxn modelId="{BA517A0C-1481-40E3-A9AB-23AFB8AF0462}" type="presOf" srcId="{25699104-D423-4361-AD34-DAFECE38A239}" destId="{7B1C883A-00BA-4F15-A4CC-12D5AB86BE2A}" srcOrd="0" destOrd="0" presId="urn:microsoft.com/office/officeart/2005/8/layout/vList2"/>
    <dgm:cxn modelId="{64ABC6AB-EB11-4D1D-8072-B1963A220605}" type="presOf" srcId="{E7298504-326B-40BA-BC38-85FB6672B3CE}" destId="{32652103-EAA4-4F35-97C8-0AC437D42A3C}" srcOrd="0" destOrd="0" presId="urn:microsoft.com/office/officeart/2005/8/layout/vList2"/>
    <dgm:cxn modelId="{46EF60BF-6725-406C-845D-8D14DFE2B28D}" srcId="{25699104-D423-4361-AD34-DAFECE38A239}" destId="{E7298504-326B-40BA-BC38-85FB6672B3CE}" srcOrd="0" destOrd="0" parTransId="{70E72623-8B30-4EE6-8569-404D7940EB03}" sibTransId="{9D7882A0-9CD4-479D-AB78-B7D94CBDAC76}"/>
    <dgm:cxn modelId="{CDF25321-C89C-472C-9D97-C3BB30B6FB90}" type="presParOf" srcId="{7B1C883A-00BA-4F15-A4CC-12D5AB86BE2A}" destId="{32652103-EAA4-4F35-97C8-0AC437D42A3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49E8F5D3-C436-4040-9817-77A4A5B88B4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7CBE3289-7680-4F80-B34C-5433822EC1AE}">
      <dgm:prSet/>
      <dgm:spPr/>
      <dgm:t>
        <a:bodyPr/>
        <a:lstStyle/>
        <a:p>
          <a:r>
            <a:rPr lang="en-MY"/>
            <a:t>AGENT TAXONOMIES</a:t>
          </a:r>
        </a:p>
      </dgm:t>
    </dgm:pt>
    <dgm:pt modelId="{C888C948-2981-4158-909F-B271E380E6DC}" type="parTrans" cxnId="{F3AE3D21-8A81-418E-AEB8-E00B00F2C68E}">
      <dgm:prSet/>
      <dgm:spPr/>
      <dgm:t>
        <a:bodyPr/>
        <a:lstStyle/>
        <a:p>
          <a:endParaRPr lang="en-MY"/>
        </a:p>
      </dgm:t>
    </dgm:pt>
    <dgm:pt modelId="{EBA082E5-BA37-4A0E-89F5-D0CCAEB24F67}" type="sibTrans" cxnId="{F3AE3D21-8A81-418E-AEB8-E00B00F2C68E}">
      <dgm:prSet/>
      <dgm:spPr/>
      <dgm:t>
        <a:bodyPr/>
        <a:lstStyle/>
        <a:p>
          <a:endParaRPr lang="en-MY"/>
        </a:p>
      </dgm:t>
    </dgm:pt>
    <dgm:pt modelId="{90B33300-6F5A-4644-8606-163F2B0FF426}" type="pres">
      <dgm:prSet presAssocID="{49E8F5D3-C436-4040-9817-77A4A5B88B44}" presName="linear" presStyleCnt="0">
        <dgm:presLayoutVars>
          <dgm:animLvl val="lvl"/>
          <dgm:resizeHandles val="exact"/>
        </dgm:presLayoutVars>
      </dgm:prSet>
      <dgm:spPr/>
    </dgm:pt>
    <dgm:pt modelId="{646E6490-3BCA-4DDD-8657-459260344994}" type="pres">
      <dgm:prSet presAssocID="{7CBE3289-7680-4F80-B34C-5433822EC1AE}" presName="parentText" presStyleLbl="node1" presStyleIdx="0" presStyleCnt="1" custLinFactNeighborX="-6105" custLinFactNeighborY="-12484">
        <dgm:presLayoutVars>
          <dgm:chMax val="0"/>
          <dgm:bulletEnabled val="1"/>
        </dgm:presLayoutVars>
      </dgm:prSet>
      <dgm:spPr/>
    </dgm:pt>
  </dgm:ptLst>
  <dgm:cxnLst>
    <dgm:cxn modelId="{5CBE3106-0C86-4675-84BD-285C4A3D717C}" type="presOf" srcId="{7CBE3289-7680-4F80-B34C-5433822EC1AE}" destId="{646E6490-3BCA-4DDD-8657-459260344994}" srcOrd="0" destOrd="0" presId="urn:microsoft.com/office/officeart/2005/8/layout/vList2"/>
    <dgm:cxn modelId="{F3AE3D21-8A81-418E-AEB8-E00B00F2C68E}" srcId="{49E8F5D3-C436-4040-9817-77A4A5B88B44}" destId="{7CBE3289-7680-4F80-B34C-5433822EC1AE}" srcOrd="0" destOrd="0" parTransId="{C888C948-2981-4158-909F-B271E380E6DC}" sibTransId="{EBA082E5-BA37-4A0E-89F5-D0CCAEB24F67}"/>
    <dgm:cxn modelId="{84E0F976-B68D-41F2-8FC2-11C10286BFFE}" type="presOf" srcId="{49E8F5D3-C436-4040-9817-77A4A5B88B44}" destId="{90B33300-6F5A-4644-8606-163F2B0FF426}" srcOrd="0" destOrd="0" presId="urn:microsoft.com/office/officeart/2005/8/layout/vList2"/>
    <dgm:cxn modelId="{2FF18BBE-1ABF-458F-B478-5218F7902FD1}" type="presParOf" srcId="{90B33300-6F5A-4644-8606-163F2B0FF426}" destId="{646E6490-3BCA-4DDD-8657-459260344994}"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E967F4E7-FE50-4132-A3AA-BF4AF2C6A6B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D852370E-90E6-4855-9218-F1708FDC3FF1}">
      <dgm:prSet/>
      <dgm:spPr/>
      <dgm:t>
        <a:bodyPr/>
        <a:lstStyle/>
        <a:p>
          <a:r>
            <a:rPr lang="en-MY"/>
            <a:t>AGENT TAXONOMIES</a:t>
          </a:r>
        </a:p>
      </dgm:t>
    </dgm:pt>
    <dgm:pt modelId="{018E3BBB-98F7-4990-9501-8B4DF735A504}" type="parTrans" cxnId="{6062C7AE-3FF4-4374-9011-116166FB39AE}">
      <dgm:prSet/>
      <dgm:spPr/>
      <dgm:t>
        <a:bodyPr/>
        <a:lstStyle/>
        <a:p>
          <a:endParaRPr lang="en-MY"/>
        </a:p>
      </dgm:t>
    </dgm:pt>
    <dgm:pt modelId="{777F2F27-98DE-42A4-8D10-788DDFC0432C}" type="sibTrans" cxnId="{6062C7AE-3FF4-4374-9011-116166FB39AE}">
      <dgm:prSet/>
      <dgm:spPr/>
      <dgm:t>
        <a:bodyPr/>
        <a:lstStyle/>
        <a:p>
          <a:endParaRPr lang="en-MY"/>
        </a:p>
      </dgm:t>
    </dgm:pt>
    <dgm:pt modelId="{FD91A4F1-B7A8-47D7-9249-FD905754AC0E}" type="pres">
      <dgm:prSet presAssocID="{E967F4E7-FE50-4132-A3AA-BF4AF2C6A6B2}" presName="linear" presStyleCnt="0">
        <dgm:presLayoutVars>
          <dgm:animLvl val="lvl"/>
          <dgm:resizeHandles val="exact"/>
        </dgm:presLayoutVars>
      </dgm:prSet>
      <dgm:spPr/>
    </dgm:pt>
    <dgm:pt modelId="{AD9A90C0-47C1-4655-B550-843DC841E43F}" type="pres">
      <dgm:prSet presAssocID="{D852370E-90E6-4855-9218-F1708FDC3FF1}" presName="parentText" presStyleLbl="node1" presStyleIdx="0" presStyleCnt="1">
        <dgm:presLayoutVars>
          <dgm:chMax val="0"/>
          <dgm:bulletEnabled val="1"/>
        </dgm:presLayoutVars>
      </dgm:prSet>
      <dgm:spPr/>
    </dgm:pt>
  </dgm:ptLst>
  <dgm:cxnLst>
    <dgm:cxn modelId="{42D1E135-9E36-41B4-9809-DADBAD27CB21}" type="presOf" srcId="{E967F4E7-FE50-4132-A3AA-BF4AF2C6A6B2}" destId="{FD91A4F1-B7A8-47D7-9249-FD905754AC0E}" srcOrd="0" destOrd="0" presId="urn:microsoft.com/office/officeart/2005/8/layout/vList2"/>
    <dgm:cxn modelId="{6062C7AE-3FF4-4374-9011-116166FB39AE}" srcId="{E967F4E7-FE50-4132-A3AA-BF4AF2C6A6B2}" destId="{D852370E-90E6-4855-9218-F1708FDC3FF1}" srcOrd="0" destOrd="0" parTransId="{018E3BBB-98F7-4990-9501-8B4DF735A504}" sibTransId="{777F2F27-98DE-42A4-8D10-788DDFC0432C}"/>
    <dgm:cxn modelId="{0CF36DDA-C3BF-412D-BC90-67456C464AAE}" type="presOf" srcId="{D852370E-90E6-4855-9218-F1708FDC3FF1}" destId="{AD9A90C0-47C1-4655-B550-843DC841E43F}" srcOrd="0" destOrd="0" presId="urn:microsoft.com/office/officeart/2005/8/layout/vList2"/>
    <dgm:cxn modelId="{44BC2FC8-08E0-4A08-A895-BC423C685285}" type="presParOf" srcId="{FD91A4F1-B7A8-47D7-9249-FD905754AC0E}" destId="{AD9A90C0-47C1-4655-B550-843DC841E43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8DB94BDB-8D70-48D5-BF46-7954AE0F32D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CE919D86-8C8B-40FE-87D2-968F744EA49A}">
      <dgm:prSet/>
      <dgm:spPr/>
      <dgm:t>
        <a:bodyPr/>
        <a:lstStyle/>
        <a:p>
          <a:r>
            <a:rPr lang="en-MY"/>
            <a:t>Entertainment Agents</a:t>
          </a:r>
        </a:p>
      </dgm:t>
    </dgm:pt>
    <dgm:pt modelId="{177AAD9B-BB59-4A12-97ED-78842278AE00}" type="parTrans" cxnId="{A43D3E96-9EEA-4CB3-AD29-D999FCE429D8}">
      <dgm:prSet/>
      <dgm:spPr/>
      <dgm:t>
        <a:bodyPr/>
        <a:lstStyle/>
        <a:p>
          <a:endParaRPr lang="en-MY"/>
        </a:p>
      </dgm:t>
    </dgm:pt>
    <dgm:pt modelId="{C6871FBB-5C78-4F0E-AC86-162169FA46E3}" type="sibTrans" cxnId="{A43D3E96-9EEA-4CB3-AD29-D999FCE429D8}">
      <dgm:prSet/>
      <dgm:spPr/>
      <dgm:t>
        <a:bodyPr/>
        <a:lstStyle/>
        <a:p>
          <a:endParaRPr lang="en-MY"/>
        </a:p>
      </dgm:t>
    </dgm:pt>
    <dgm:pt modelId="{E6842F8D-DCED-432C-B851-404E4C93410D}">
      <dgm:prSet/>
      <dgm:spPr/>
      <dgm:t>
        <a:bodyPr/>
        <a:lstStyle/>
        <a:p>
          <a:r>
            <a:rPr lang="en-MY"/>
            <a:t>used as characters in computer-generated (CG) movies or for training purposes in military simulations.</a:t>
          </a:r>
        </a:p>
      </dgm:t>
    </dgm:pt>
    <dgm:pt modelId="{48C85AB8-C72A-488E-B032-7A55085846AC}" type="parTrans" cxnId="{3D95C61B-A15F-496A-8C62-18082C726546}">
      <dgm:prSet/>
      <dgm:spPr/>
      <dgm:t>
        <a:bodyPr/>
        <a:lstStyle/>
        <a:p>
          <a:endParaRPr lang="en-MY"/>
        </a:p>
      </dgm:t>
    </dgm:pt>
    <dgm:pt modelId="{E55B3CDF-3B9D-459A-BE7D-622245E9B70B}" type="sibTrans" cxnId="{3D95C61B-A15F-496A-8C62-18082C726546}">
      <dgm:prSet/>
      <dgm:spPr/>
      <dgm:t>
        <a:bodyPr/>
        <a:lstStyle/>
        <a:p>
          <a:endParaRPr lang="en-MY"/>
        </a:p>
      </dgm:t>
    </dgm:pt>
    <dgm:pt modelId="{F6280306-441C-4B8D-BDAB-59136BEDDFA0}">
      <dgm:prSet/>
      <dgm:spPr/>
      <dgm:t>
        <a:bodyPr/>
        <a:lstStyle/>
        <a:p>
          <a:r>
            <a:rPr lang="en-MY"/>
            <a:t>Game Agents</a:t>
          </a:r>
        </a:p>
      </dgm:t>
    </dgm:pt>
    <dgm:pt modelId="{F327D08F-24B8-4D41-A18D-0D3C494402E9}" type="parTrans" cxnId="{62AB3BAC-930F-450F-88DB-32C45B5D6E12}">
      <dgm:prSet/>
      <dgm:spPr/>
      <dgm:t>
        <a:bodyPr/>
        <a:lstStyle/>
        <a:p>
          <a:endParaRPr lang="en-MY"/>
        </a:p>
      </dgm:t>
    </dgm:pt>
    <dgm:pt modelId="{9E591A25-5F7B-46CD-841F-F1E8ED85CC90}" type="sibTrans" cxnId="{62AB3BAC-930F-450F-88DB-32C45B5D6E12}">
      <dgm:prSet/>
      <dgm:spPr/>
      <dgm:t>
        <a:bodyPr/>
        <a:lstStyle/>
        <a:p>
          <a:endParaRPr lang="en-MY"/>
        </a:p>
      </dgm:t>
    </dgm:pt>
    <dgm:pt modelId="{AD2F9A2B-DC49-4222-B1BA-C2BCC313AD78}">
      <dgm:prSet/>
      <dgm:spPr/>
      <dgm:t>
        <a:bodyPr/>
        <a:lstStyle/>
        <a:p>
          <a:r>
            <a:rPr lang="en-MY"/>
            <a:t>Non-Player Characters in games (NPCs), bring life to a variety of games by introducing characters that are autonomous and add to the realism of video games.</a:t>
          </a:r>
        </a:p>
      </dgm:t>
    </dgm:pt>
    <dgm:pt modelId="{B26C8305-356B-49EB-8EA5-4016B5901909}" type="parTrans" cxnId="{39B43E4A-D223-4905-BC79-6D43CFAF368C}">
      <dgm:prSet/>
      <dgm:spPr/>
      <dgm:t>
        <a:bodyPr/>
        <a:lstStyle/>
        <a:p>
          <a:endParaRPr lang="en-MY"/>
        </a:p>
      </dgm:t>
    </dgm:pt>
    <dgm:pt modelId="{657FAC55-5509-4CCA-A2D1-00AB7308898B}" type="sibTrans" cxnId="{39B43E4A-D223-4905-BC79-6D43CFAF368C}">
      <dgm:prSet/>
      <dgm:spPr/>
      <dgm:t>
        <a:bodyPr/>
        <a:lstStyle/>
        <a:p>
          <a:endParaRPr lang="en-MY"/>
        </a:p>
      </dgm:t>
    </dgm:pt>
    <dgm:pt modelId="{0A499C1E-76B0-454B-9E44-4232430CBF7E}">
      <dgm:prSet/>
      <dgm:spPr/>
      <dgm:t>
        <a:bodyPr/>
        <a:lstStyle/>
        <a:p>
          <a:r>
            <a:rPr lang="en-MY"/>
            <a:t>ChatterBots, or conversational agents</a:t>
          </a:r>
        </a:p>
      </dgm:t>
    </dgm:pt>
    <dgm:pt modelId="{38B08130-6E77-44AA-876D-F6F520E37D5F}" type="parTrans" cxnId="{5636E382-C134-4BFA-88E7-A3C36BCF6972}">
      <dgm:prSet/>
      <dgm:spPr/>
      <dgm:t>
        <a:bodyPr/>
        <a:lstStyle/>
        <a:p>
          <a:endParaRPr lang="en-MY"/>
        </a:p>
      </dgm:t>
    </dgm:pt>
    <dgm:pt modelId="{A12E8758-AF91-4C27-9F95-DD25F029A06B}" type="sibTrans" cxnId="{5636E382-C134-4BFA-88E7-A3C36BCF6972}">
      <dgm:prSet/>
      <dgm:spPr/>
      <dgm:t>
        <a:bodyPr/>
        <a:lstStyle/>
        <a:p>
          <a:endParaRPr lang="en-MY"/>
        </a:p>
      </dgm:t>
    </dgm:pt>
    <dgm:pt modelId="{8164D2D3-CDE3-40DC-90B7-1FCC6CE40DDD}">
      <dgm:prSet/>
      <dgm:spPr/>
      <dgm:t>
        <a:bodyPr/>
        <a:lstStyle/>
        <a:p>
          <a:r>
            <a:rPr lang="en-MY"/>
            <a:t>Mobile Agents</a:t>
          </a:r>
        </a:p>
      </dgm:t>
    </dgm:pt>
    <dgm:pt modelId="{25A58334-D5C7-4C5B-A703-BAA015CAB7D1}" type="parTrans" cxnId="{954E91EA-DEE5-4242-9292-9631566D736D}">
      <dgm:prSet/>
      <dgm:spPr/>
      <dgm:t>
        <a:bodyPr/>
        <a:lstStyle/>
        <a:p>
          <a:endParaRPr lang="en-MY"/>
        </a:p>
      </dgm:t>
    </dgm:pt>
    <dgm:pt modelId="{0A334566-6A02-437F-B20E-6424D638D336}" type="sibTrans" cxnId="{954E91EA-DEE5-4242-9292-9631566D736D}">
      <dgm:prSet/>
      <dgm:spPr/>
      <dgm:t>
        <a:bodyPr/>
        <a:lstStyle/>
        <a:p>
          <a:endParaRPr lang="en-MY"/>
        </a:p>
      </dgm:t>
    </dgm:pt>
    <dgm:pt modelId="{D90B5378-C469-49A5-9C46-F4AF8B7C7034}">
      <dgm:prSet/>
      <dgm:spPr/>
      <dgm:t>
        <a:bodyPr/>
        <a:lstStyle/>
        <a:p>
          <a:r>
            <a:rPr lang="en-MY"/>
            <a:t>the agents have the ability to migrate from one host computer to another.</a:t>
          </a:r>
        </a:p>
      </dgm:t>
    </dgm:pt>
    <dgm:pt modelId="{775FD579-35E0-4BAC-A341-CC0A55EC8599}" type="parTrans" cxnId="{E98DB2DA-9F3E-4E5F-8D22-0021C5592812}">
      <dgm:prSet/>
      <dgm:spPr/>
      <dgm:t>
        <a:bodyPr/>
        <a:lstStyle/>
        <a:p>
          <a:endParaRPr lang="en-MY"/>
        </a:p>
      </dgm:t>
    </dgm:pt>
    <dgm:pt modelId="{5BC098FC-5803-4920-8A7C-0116AB267696}" type="sibTrans" cxnId="{E98DB2DA-9F3E-4E5F-8D22-0021C5592812}">
      <dgm:prSet/>
      <dgm:spPr/>
      <dgm:t>
        <a:bodyPr/>
        <a:lstStyle/>
        <a:p>
          <a:endParaRPr lang="en-MY"/>
        </a:p>
      </dgm:t>
    </dgm:pt>
    <dgm:pt modelId="{090F790C-653F-4E60-899E-A51530CA9DCB}">
      <dgm:prSet/>
      <dgm:spPr/>
      <dgm:t>
        <a:bodyPr/>
        <a:lstStyle/>
        <a:p>
          <a:r>
            <a:rPr lang="en-MY"/>
            <a:t>User Assistance Agent</a:t>
          </a:r>
        </a:p>
      </dgm:t>
    </dgm:pt>
    <dgm:pt modelId="{F1D82880-E74D-4B7E-B3AE-3518638D957B}" type="parTrans" cxnId="{657AC62D-5F6A-4F0D-9B33-5E7EFBB06741}">
      <dgm:prSet/>
      <dgm:spPr/>
      <dgm:t>
        <a:bodyPr/>
        <a:lstStyle/>
        <a:p>
          <a:endParaRPr lang="en-MY"/>
        </a:p>
      </dgm:t>
    </dgm:pt>
    <dgm:pt modelId="{7AB229F8-2BBA-41A4-B1EB-C032E526F96C}" type="sibTrans" cxnId="{657AC62D-5F6A-4F0D-9B33-5E7EFBB06741}">
      <dgm:prSet/>
      <dgm:spPr/>
      <dgm:t>
        <a:bodyPr/>
        <a:lstStyle/>
        <a:p>
          <a:endParaRPr lang="en-MY"/>
        </a:p>
      </dgm:t>
    </dgm:pt>
    <dgm:pt modelId="{B15D5AE4-DCF4-42E4-8B2E-EF74266AA901}">
      <dgm:prSet/>
      <dgm:spPr/>
      <dgm:t>
        <a:bodyPr/>
        <a:lstStyle/>
        <a:p>
          <a:r>
            <a:rPr lang="en-MY"/>
            <a:t>for the purpose of simplifying our experiences when dealing with computers</a:t>
          </a:r>
        </a:p>
      </dgm:t>
    </dgm:pt>
    <dgm:pt modelId="{254A2CEF-93F4-4110-9AFB-8ECB9BFE16E1}" type="parTrans" cxnId="{6CCDE141-B373-4BBC-BEF6-40E2105767ED}">
      <dgm:prSet/>
      <dgm:spPr/>
      <dgm:t>
        <a:bodyPr/>
        <a:lstStyle/>
        <a:p>
          <a:endParaRPr lang="en-MY"/>
        </a:p>
      </dgm:t>
    </dgm:pt>
    <dgm:pt modelId="{950768A8-0351-4FC7-9F09-6E8AA8596F99}" type="sibTrans" cxnId="{6CCDE141-B373-4BBC-BEF6-40E2105767ED}">
      <dgm:prSet/>
      <dgm:spPr/>
      <dgm:t>
        <a:bodyPr/>
        <a:lstStyle/>
        <a:p>
          <a:endParaRPr lang="en-MY"/>
        </a:p>
      </dgm:t>
    </dgm:pt>
    <dgm:pt modelId="{F5D3E3DE-52BE-4510-9868-95D97191DE37}">
      <dgm:prSet/>
      <dgm:spPr/>
      <dgm:t>
        <a:bodyPr/>
        <a:lstStyle/>
        <a:p>
          <a:r>
            <a:rPr lang="en-MY"/>
            <a:t>Examples: Email filtering, Information Gathering and Filtering and other user assistance application</a:t>
          </a:r>
        </a:p>
      </dgm:t>
    </dgm:pt>
    <dgm:pt modelId="{2884414A-E88F-460D-86DC-A9EEF30C3361}" type="parTrans" cxnId="{93DCDCE1-F41A-417A-A6F4-FD0498D1F9AB}">
      <dgm:prSet/>
      <dgm:spPr/>
      <dgm:t>
        <a:bodyPr/>
        <a:lstStyle/>
        <a:p>
          <a:endParaRPr lang="en-MY"/>
        </a:p>
      </dgm:t>
    </dgm:pt>
    <dgm:pt modelId="{86DFC3A2-CCAA-4A3E-882C-28068C3B4527}" type="sibTrans" cxnId="{93DCDCE1-F41A-417A-A6F4-FD0498D1F9AB}">
      <dgm:prSet/>
      <dgm:spPr/>
      <dgm:t>
        <a:bodyPr/>
        <a:lstStyle/>
        <a:p>
          <a:endParaRPr lang="en-MY"/>
        </a:p>
      </dgm:t>
    </dgm:pt>
    <dgm:pt modelId="{3EEEDD58-A5D3-4CA3-90F3-3F757759FB6D}">
      <dgm:prSet/>
      <dgm:spPr/>
      <dgm:t>
        <a:bodyPr/>
        <a:lstStyle/>
        <a:p>
          <a:r>
            <a:rPr lang="en-MY"/>
            <a:t>Hybrid Agents</a:t>
          </a:r>
        </a:p>
      </dgm:t>
    </dgm:pt>
    <dgm:pt modelId="{839AC26E-94A0-434D-A09A-C6467DD15141}" type="parTrans" cxnId="{C5E53E47-5CF1-4EB9-91AF-F62E98C8D430}">
      <dgm:prSet/>
      <dgm:spPr/>
      <dgm:t>
        <a:bodyPr/>
        <a:lstStyle/>
        <a:p>
          <a:endParaRPr lang="en-MY"/>
        </a:p>
      </dgm:t>
    </dgm:pt>
    <dgm:pt modelId="{1AC03866-78FB-4D8A-BE2E-7D477D6F3976}" type="sibTrans" cxnId="{C5E53E47-5CF1-4EB9-91AF-F62E98C8D430}">
      <dgm:prSet/>
      <dgm:spPr/>
      <dgm:t>
        <a:bodyPr/>
        <a:lstStyle/>
        <a:p>
          <a:endParaRPr lang="en-MY"/>
        </a:p>
      </dgm:t>
    </dgm:pt>
    <dgm:pt modelId="{EACC9CE2-BD9E-47FE-82F1-25F9E01132CA}">
      <dgm:prSet/>
      <dgm:spPr/>
      <dgm:t>
        <a:bodyPr/>
        <a:lstStyle/>
        <a:p>
          <a:r>
            <a:rPr lang="en-MY"/>
            <a:t>Instead of a single characteristic, such as mobile, agents implement multiple characteristics, such as mobile and communicative.</a:t>
          </a:r>
        </a:p>
      </dgm:t>
    </dgm:pt>
    <dgm:pt modelId="{FAE9F55C-25C4-47DE-8A9C-C6F9EDB1976A}" type="parTrans" cxnId="{6F1EDAB5-433C-4774-A167-6EEEE0B882E6}">
      <dgm:prSet/>
      <dgm:spPr/>
      <dgm:t>
        <a:bodyPr/>
        <a:lstStyle/>
        <a:p>
          <a:endParaRPr lang="en-MY"/>
        </a:p>
      </dgm:t>
    </dgm:pt>
    <dgm:pt modelId="{617CD015-18CB-4994-9F97-E1336D7D65FE}" type="sibTrans" cxnId="{6F1EDAB5-433C-4774-A167-6EEEE0B882E6}">
      <dgm:prSet/>
      <dgm:spPr/>
      <dgm:t>
        <a:bodyPr/>
        <a:lstStyle/>
        <a:p>
          <a:endParaRPr lang="en-MY"/>
        </a:p>
      </dgm:t>
    </dgm:pt>
    <dgm:pt modelId="{A6E39A0A-2EBD-4AB7-9358-AAED9BBD7E1B}" type="pres">
      <dgm:prSet presAssocID="{8DB94BDB-8D70-48D5-BF46-7954AE0F32D3}" presName="linear" presStyleCnt="0">
        <dgm:presLayoutVars>
          <dgm:animLvl val="lvl"/>
          <dgm:resizeHandles val="exact"/>
        </dgm:presLayoutVars>
      </dgm:prSet>
      <dgm:spPr/>
    </dgm:pt>
    <dgm:pt modelId="{7D4FB224-1838-4377-B8C3-0E02D3407198}" type="pres">
      <dgm:prSet presAssocID="{CE919D86-8C8B-40FE-87D2-968F744EA49A}" presName="parentText" presStyleLbl="node1" presStyleIdx="0" presStyleCnt="6">
        <dgm:presLayoutVars>
          <dgm:chMax val="0"/>
          <dgm:bulletEnabled val="1"/>
        </dgm:presLayoutVars>
      </dgm:prSet>
      <dgm:spPr/>
    </dgm:pt>
    <dgm:pt modelId="{7E830DD3-74D2-4BDB-8A6F-E94340E1A51F}" type="pres">
      <dgm:prSet presAssocID="{CE919D86-8C8B-40FE-87D2-968F744EA49A}" presName="childText" presStyleLbl="revTx" presStyleIdx="0" presStyleCnt="5">
        <dgm:presLayoutVars>
          <dgm:bulletEnabled val="1"/>
        </dgm:presLayoutVars>
      </dgm:prSet>
      <dgm:spPr/>
    </dgm:pt>
    <dgm:pt modelId="{B381E1A8-C74A-4DEE-99BB-2F5867BA1068}" type="pres">
      <dgm:prSet presAssocID="{F6280306-441C-4B8D-BDAB-59136BEDDFA0}" presName="parentText" presStyleLbl="node1" presStyleIdx="1" presStyleCnt="6">
        <dgm:presLayoutVars>
          <dgm:chMax val="0"/>
          <dgm:bulletEnabled val="1"/>
        </dgm:presLayoutVars>
      </dgm:prSet>
      <dgm:spPr/>
    </dgm:pt>
    <dgm:pt modelId="{F39248BC-6695-4FCC-A6F6-87A4A95377D6}" type="pres">
      <dgm:prSet presAssocID="{F6280306-441C-4B8D-BDAB-59136BEDDFA0}" presName="childText" presStyleLbl="revTx" presStyleIdx="1" presStyleCnt="5">
        <dgm:presLayoutVars>
          <dgm:bulletEnabled val="1"/>
        </dgm:presLayoutVars>
      </dgm:prSet>
      <dgm:spPr/>
    </dgm:pt>
    <dgm:pt modelId="{9247E53D-6B2C-43E4-9D3A-BEF9F3052615}" type="pres">
      <dgm:prSet presAssocID="{0A499C1E-76B0-454B-9E44-4232430CBF7E}" presName="parentText" presStyleLbl="node1" presStyleIdx="2" presStyleCnt="6">
        <dgm:presLayoutVars>
          <dgm:chMax val="0"/>
          <dgm:bulletEnabled val="1"/>
        </dgm:presLayoutVars>
      </dgm:prSet>
      <dgm:spPr/>
    </dgm:pt>
    <dgm:pt modelId="{06F29CC4-A938-4CB6-B97B-F4C165026A7D}" type="pres">
      <dgm:prSet presAssocID="{A12E8758-AF91-4C27-9F95-DD25F029A06B}" presName="spacer" presStyleCnt="0"/>
      <dgm:spPr/>
    </dgm:pt>
    <dgm:pt modelId="{7EF5BA10-42EB-43FF-98C9-33786CCFEB7A}" type="pres">
      <dgm:prSet presAssocID="{8164D2D3-CDE3-40DC-90B7-1FCC6CE40DDD}" presName="parentText" presStyleLbl="node1" presStyleIdx="3" presStyleCnt="6">
        <dgm:presLayoutVars>
          <dgm:chMax val="0"/>
          <dgm:bulletEnabled val="1"/>
        </dgm:presLayoutVars>
      </dgm:prSet>
      <dgm:spPr/>
    </dgm:pt>
    <dgm:pt modelId="{5A395F1C-AA1C-4957-9158-1DA40B23CDE1}" type="pres">
      <dgm:prSet presAssocID="{8164D2D3-CDE3-40DC-90B7-1FCC6CE40DDD}" presName="childText" presStyleLbl="revTx" presStyleIdx="2" presStyleCnt="5">
        <dgm:presLayoutVars>
          <dgm:bulletEnabled val="1"/>
        </dgm:presLayoutVars>
      </dgm:prSet>
      <dgm:spPr/>
    </dgm:pt>
    <dgm:pt modelId="{B3259ADF-942C-46BD-A884-54DEDD2CDD84}" type="pres">
      <dgm:prSet presAssocID="{090F790C-653F-4E60-899E-A51530CA9DCB}" presName="parentText" presStyleLbl="node1" presStyleIdx="4" presStyleCnt="6">
        <dgm:presLayoutVars>
          <dgm:chMax val="0"/>
          <dgm:bulletEnabled val="1"/>
        </dgm:presLayoutVars>
      </dgm:prSet>
      <dgm:spPr/>
    </dgm:pt>
    <dgm:pt modelId="{5E1E2C28-86C7-4778-8BF6-8B90EDD11D81}" type="pres">
      <dgm:prSet presAssocID="{090F790C-653F-4E60-899E-A51530CA9DCB}" presName="childText" presStyleLbl="revTx" presStyleIdx="3" presStyleCnt="5">
        <dgm:presLayoutVars>
          <dgm:bulletEnabled val="1"/>
        </dgm:presLayoutVars>
      </dgm:prSet>
      <dgm:spPr/>
    </dgm:pt>
    <dgm:pt modelId="{5272DDD7-2971-40BF-B1E6-34F4ED85D099}" type="pres">
      <dgm:prSet presAssocID="{3EEEDD58-A5D3-4CA3-90F3-3F757759FB6D}" presName="parentText" presStyleLbl="node1" presStyleIdx="5" presStyleCnt="6">
        <dgm:presLayoutVars>
          <dgm:chMax val="0"/>
          <dgm:bulletEnabled val="1"/>
        </dgm:presLayoutVars>
      </dgm:prSet>
      <dgm:spPr/>
    </dgm:pt>
    <dgm:pt modelId="{3A3E8957-CF82-40A7-8843-12413D8BBBF5}" type="pres">
      <dgm:prSet presAssocID="{3EEEDD58-A5D3-4CA3-90F3-3F757759FB6D}" presName="childText" presStyleLbl="revTx" presStyleIdx="4" presStyleCnt="5">
        <dgm:presLayoutVars>
          <dgm:bulletEnabled val="1"/>
        </dgm:presLayoutVars>
      </dgm:prSet>
      <dgm:spPr/>
    </dgm:pt>
  </dgm:ptLst>
  <dgm:cxnLst>
    <dgm:cxn modelId="{83A2BD05-973B-4F6A-9352-5D675AE77BCE}" type="presOf" srcId="{3EEEDD58-A5D3-4CA3-90F3-3F757759FB6D}" destId="{5272DDD7-2971-40BF-B1E6-34F4ED85D099}" srcOrd="0" destOrd="0" presId="urn:microsoft.com/office/officeart/2005/8/layout/vList2"/>
    <dgm:cxn modelId="{F3B50C0D-5CC8-421B-8F11-1C04687047D0}" type="presOf" srcId="{CE919D86-8C8B-40FE-87D2-968F744EA49A}" destId="{7D4FB224-1838-4377-B8C3-0E02D3407198}" srcOrd="0" destOrd="0" presId="urn:microsoft.com/office/officeart/2005/8/layout/vList2"/>
    <dgm:cxn modelId="{3D95C61B-A15F-496A-8C62-18082C726546}" srcId="{CE919D86-8C8B-40FE-87D2-968F744EA49A}" destId="{E6842F8D-DCED-432C-B851-404E4C93410D}" srcOrd="0" destOrd="0" parTransId="{48C85AB8-C72A-488E-B032-7A55085846AC}" sibTransId="{E55B3CDF-3B9D-459A-BE7D-622245E9B70B}"/>
    <dgm:cxn modelId="{10C74123-DE92-4750-804E-59F0E78AF411}" type="presOf" srcId="{8DB94BDB-8D70-48D5-BF46-7954AE0F32D3}" destId="{A6E39A0A-2EBD-4AB7-9358-AAED9BBD7E1B}" srcOrd="0" destOrd="0" presId="urn:microsoft.com/office/officeart/2005/8/layout/vList2"/>
    <dgm:cxn modelId="{1EFE1226-6F79-4526-9971-B084665753DC}" type="presOf" srcId="{AD2F9A2B-DC49-4222-B1BA-C2BCC313AD78}" destId="{F39248BC-6695-4FCC-A6F6-87A4A95377D6}" srcOrd="0" destOrd="0" presId="urn:microsoft.com/office/officeart/2005/8/layout/vList2"/>
    <dgm:cxn modelId="{BA45612C-6769-45A7-B381-94D828702B35}" type="presOf" srcId="{F6280306-441C-4B8D-BDAB-59136BEDDFA0}" destId="{B381E1A8-C74A-4DEE-99BB-2F5867BA1068}" srcOrd="0" destOrd="0" presId="urn:microsoft.com/office/officeart/2005/8/layout/vList2"/>
    <dgm:cxn modelId="{657AC62D-5F6A-4F0D-9B33-5E7EFBB06741}" srcId="{8DB94BDB-8D70-48D5-BF46-7954AE0F32D3}" destId="{090F790C-653F-4E60-899E-A51530CA9DCB}" srcOrd="4" destOrd="0" parTransId="{F1D82880-E74D-4B7E-B3AE-3518638D957B}" sibTransId="{7AB229F8-2BBA-41A4-B1EB-C032E526F96C}"/>
    <dgm:cxn modelId="{AAAF425E-6D62-4679-B5E6-EAAFAF9CE41A}" type="presOf" srcId="{E6842F8D-DCED-432C-B851-404E4C93410D}" destId="{7E830DD3-74D2-4BDB-8A6F-E94340E1A51F}" srcOrd="0" destOrd="0" presId="urn:microsoft.com/office/officeart/2005/8/layout/vList2"/>
    <dgm:cxn modelId="{6CCDE141-B373-4BBC-BEF6-40E2105767ED}" srcId="{090F790C-653F-4E60-899E-A51530CA9DCB}" destId="{B15D5AE4-DCF4-42E4-8B2E-EF74266AA901}" srcOrd="0" destOrd="0" parTransId="{254A2CEF-93F4-4110-9AFB-8ECB9BFE16E1}" sibTransId="{950768A8-0351-4FC7-9F09-6E8AA8596F99}"/>
    <dgm:cxn modelId="{C5E53E47-5CF1-4EB9-91AF-F62E98C8D430}" srcId="{8DB94BDB-8D70-48D5-BF46-7954AE0F32D3}" destId="{3EEEDD58-A5D3-4CA3-90F3-3F757759FB6D}" srcOrd="5" destOrd="0" parTransId="{839AC26E-94A0-434D-A09A-C6467DD15141}" sibTransId="{1AC03866-78FB-4D8A-BE2E-7D477D6F3976}"/>
    <dgm:cxn modelId="{39B43E4A-D223-4905-BC79-6D43CFAF368C}" srcId="{F6280306-441C-4B8D-BDAB-59136BEDDFA0}" destId="{AD2F9A2B-DC49-4222-B1BA-C2BCC313AD78}" srcOrd="0" destOrd="0" parTransId="{B26C8305-356B-49EB-8EA5-4016B5901909}" sibTransId="{657FAC55-5509-4CCA-A2D1-00AB7308898B}"/>
    <dgm:cxn modelId="{90CDE874-8F0D-47C9-B4CC-B596B4DBECED}" type="presOf" srcId="{B15D5AE4-DCF4-42E4-8B2E-EF74266AA901}" destId="{5E1E2C28-86C7-4778-8BF6-8B90EDD11D81}" srcOrd="0" destOrd="0" presId="urn:microsoft.com/office/officeart/2005/8/layout/vList2"/>
    <dgm:cxn modelId="{E8D1097C-9E3E-4DB7-A213-7AB7D21CA56D}" type="presOf" srcId="{F5D3E3DE-52BE-4510-9868-95D97191DE37}" destId="{5E1E2C28-86C7-4778-8BF6-8B90EDD11D81}" srcOrd="0" destOrd="1" presId="urn:microsoft.com/office/officeart/2005/8/layout/vList2"/>
    <dgm:cxn modelId="{5636E382-C134-4BFA-88E7-A3C36BCF6972}" srcId="{8DB94BDB-8D70-48D5-BF46-7954AE0F32D3}" destId="{0A499C1E-76B0-454B-9E44-4232430CBF7E}" srcOrd="2" destOrd="0" parTransId="{38B08130-6E77-44AA-876D-F6F520E37D5F}" sibTransId="{A12E8758-AF91-4C27-9F95-DD25F029A06B}"/>
    <dgm:cxn modelId="{A43D3E96-9EEA-4CB3-AD29-D999FCE429D8}" srcId="{8DB94BDB-8D70-48D5-BF46-7954AE0F32D3}" destId="{CE919D86-8C8B-40FE-87D2-968F744EA49A}" srcOrd="0" destOrd="0" parTransId="{177AAD9B-BB59-4A12-97ED-78842278AE00}" sibTransId="{C6871FBB-5C78-4F0E-AC86-162169FA46E3}"/>
    <dgm:cxn modelId="{4C67E39B-B658-48AF-965A-B8D8512DE5E0}" type="presOf" srcId="{D90B5378-C469-49A5-9C46-F4AF8B7C7034}" destId="{5A395F1C-AA1C-4957-9158-1DA40B23CDE1}" srcOrd="0" destOrd="0" presId="urn:microsoft.com/office/officeart/2005/8/layout/vList2"/>
    <dgm:cxn modelId="{8E62559F-5F96-4DA7-948C-356B72C17B71}" type="presOf" srcId="{0A499C1E-76B0-454B-9E44-4232430CBF7E}" destId="{9247E53D-6B2C-43E4-9D3A-BEF9F3052615}" srcOrd="0" destOrd="0" presId="urn:microsoft.com/office/officeart/2005/8/layout/vList2"/>
    <dgm:cxn modelId="{62AB3BAC-930F-450F-88DB-32C45B5D6E12}" srcId="{8DB94BDB-8D70-48D5-BF46-7954AE0F32D3}" destId="{F6280306-441C-4B8D-BDAB-59136BEDDFA0}" srcOrd="1" destOrd="0" parTransId="{F327D08F-24B8-4D41-A18D-0D3C494402E9}" sibTransId="{9E591A25-5F7B-46CD-841F-F1E8ED85CC90}"/>
    <dgm:cxn modelId="{6F1EDAB5-433C-4774-A167-6EEEE0B882E6}" srcId="{3EEEDD58-A5D3-4CA3-90F3-3F757759FB6D}" destId="{EACC9CE2-BD9E-47FE-82F1-25F9E01132CA}" srcOrd="0" destOrd="0" parTransId="{FAE9F55C-25C4-47DE-8A9C-C6F9EDB1976A}" sibTransId="{617CD015-18CB-4994-9F97-E1336D7D65FE}"/>
    <dgm:cxn modelId="{8AC5F2CD-D66C-4699-8302-32D30905E64C}" type="presOf" srcId="{EACC9CE2-BD9E-47FE-82F1-25F9E01132CA}" destId="{3A3E8957-CF82-40A7-8843-12413D8BBBF5}" srcOrd="0" destOrd="0" presId="urn:microsoft.com/office/officeart/2005/8/layout/vList2"/>
    <dgm:cxn modelId="{77ED09D4-CE68-44CA-92E1-12A98C1D0EFD}" type="presOf" srcId="{8164D2D3-CDE3-40DC-90B7-1FCC6CE40DDD}" destId="{7EF5BA10-42EB-43FF-98C9-33786CCFEB7A}" srcOrd="0" destOrd="0" presId="urn:microsoft.com/office/officeart/2005/8/layout/vList2"/>
    <dgm:cxn modelId="{E98DB2DA-9F3E-4E5F-8D22-0021C5592812}" srcId="{8164D2D3-CDE3-40DC-90B7-1FCC6CE40DDD}" destId="{D90B5378-C469-49A5-9C46-F4AF8B7C7034}" srcOrd="0" destOrd="0" parTransId="{775FD579-35E0-4BAC-A341-CC0A55EC8599}" sibTransId="{5BC098FC-5803-4920-8A7C-0116AB267696}"/>
    <dgm:cxn modelId="{93DCDCE1-F41A-417A-A6F4-FD0498D1F9AB}" srcId="{090F790C-653F-4E60-899E-A51530CA9DCB}" destId="{F5D3E3DE-52BE-4510-9868-95D97191DE37}" srcOrd="1" destOrd="0" parTransId="{2884414A-E88F-460D-86DC-A9EEF30C3361}" sibTransId="{86DFC3A2-CCAA-4A3E-882C-28068C3B4527}"/>
    <dgm:cxn modelId="{954E91EA-DEE5-4242-9292-9631566D736D}" srcId="{8DB94BDB-8D70-48D5-BF46-7954AE0F32D3}" destId="{8164D2D3-CDE3-40DC-90B7-1FCC6CE40DDD}" srcOrd="3" destOrd="0" parTransId="{25A58334-D5C7-4C5B-A703-BAA015CAB7D1}" sibTransId="{0A334566-6A02-437F-B20E-6424D638D336}"/>
    <dgm:cxn modelId="{533C45FF-D41D-4A52-9000-D2FF70ABDA7A}" type="presOf" srcId="{090F790C-653F-4E60-899E-A51530CA9DCB}" destId="{B3259ADF-942C-46BD-A884-54DEDD2CDD84}" srcOrd="0" destOrd="0" presId="urn:microsoft.com/office/officeart/2005/8/layout/vList2"/>
    <dgm:cxn modelId="{4025FE05-2BE7-4E44-B859-AA820A536CB7}" type="presParOf" srcId="{A6E39A0A-2EBD-4AB7-9358-AAED9BBD7E1B}" destId="{7D4FB224-1838-4377-B8C3-0E02D3407198}" srcOrd="0" destOrd="0" presId="urn:microsoft.com/office/officeart/2005/8/layout/vList2"/>
    <dgm:cxn modelId="{4CFACA99-6631-4D4B-A0B4-119CC9A95591}" type="presParOf" srcId="{A6E39A0A-2EBD-4AB7-9358-AAED9BBD7E1B}" destId="{7E830DD3-74D2-4BDB-8A6F-E94340E1A51F}" srcOrd="1" destOrd="0" presId="urn:microsoft.com/office/officeart/2005/8/layout/vList2"/>
    <dgm:cxn modelId="{C606806F-05B2-4606-A51F-02E0FFC5EF75}" type="presParOf" srcId="{A6E39A0A-2EBD-4AB7-9358-AAED9BBD7E1B}" destId="{B381E1A8-C74A-4DEE-99BB-2F5867BA1068}" srcOrd="2" destOrd="0" presId="urn:microsoft.com/office/officeart/2005/8/layout/vList2"/>
    <dgm:cxn modelId="{275D66CF-6B9A-4894-9827-DD62E9D7DA12}" type="presParOf" srcId="{A6E39A0A-2EBD-4AB7-9358-AAED9BBD7E1B}" destId="{F39248BC-6695-4FCC-A6F6-87A4A95377D6}" srcOrd="3" destOrd="0" presId="urn:microsoft.com/office/officeart/2005/8/layout/vList2"/>
    <dgm:cxn modelId="{1B539094-21EE-4900-80AD-5F9EB3565CC9}" type="presParOf" srcId="{A6E39A0A-2EBD-4AB7-9358-AAED9BBD7E1B}" destId="{9247E53D-6B2C-43E4-9D3A-BEF9F3052615}" srcOrd="4" destOrd="0" presId="urn:microsoft.com/office/officeart/2005/8/layout/vList2"/>
    <dgm:cxn modelId="{6A695FB9-02DE-4D57-A9DA-65216A303D8E}" type="presParOf" srcId="{A6E39A0A-2EBD-4AB7-9358-AAED9BBD7E1B}" destId="{06F29CC4-A938-4CB6-B97B-F4C165026A7D}" srcOrd="5" destOrd="0" presId="urn:microsoft.com/office/officeart/2005/8/layout/vList2"/>
    <dgm:cxn modelId="{C946FD46-6C93-4FFB-A53E-777EC460E4E7}" type="presParOf" srcId="{A6E39A0A-2EBD-4AB7-9358-AAED9BBD7E1B}" destId="{7EF5BA10-42EB-43FF-98C9-33786CCFEB7A}" srcOrd="6" destOrd="0" presId="urn:microsoft.com/office/officeart/2005/8/layout/vList2"/>
    <dgm:cxn modelId="{CD6CCC6E-CEA5-4BF1-A158-1267ADCB451F}" type="presParOf" srcId="{A6E39A0A-2EBD-4AB7-9358-AAED9BBD7E1B}" destId="{5A395F1C-AA1C-4957-9158-1DA40B23CDE1}" srcOrd="7" destOrd="0" presId="urn:microsoft.com/office/officeart/2005/8/layout/vList2"/>
    <dgm:cxn modelId="{AA62C923-8FE3-4741-B548-D2E47EBD65E0}" type="presParOf" srcId="{A6E39A0A-2EBD-4AB7-9358-AAED9BBD7E1B}" destId="{B3259ADF-942C-46BD-A884-54DEDD2CDD84}" srcOrd="8" destOrd="0" presId="urn:microsoft.com/office/officeart/2005/8/layout/vList2"/>
    <dgm:cxn modelId="{83F251C6-0FA4-4484-82D2-5D4DFD644914}" type="presParOf" srcId="{A6E39A0A-2EBD-4AB7-9358-AAED9BBD7E1B}" destId="{5E1E2C28-86C7-4778-8BF6-8B90EDD11D81}" srcOrd="9" destOrd="0" presId="urn:microsoft.com/office/officeart/2005/8/layout/vList2"/>
    <dgm:cxn modelId="{E48F3C47-687B-4698-9696-F47C9AC7B492}" type="presParOf" srcId="{A6E39A0A-2EBD-4AB7-9358-AAED9BBD7E1B}" destId="{5272DDD7-2971-40BF-B1E6-34F4ED85D099}" srcOrd="10" destOrd="0" presId="urn:microsoft.com/office/officeart/2005/8/layout/vList2"/>
    <dgm:cxn modelId="{F8B091E7-1A62-4787-9F9A-57F6861937B5}" type="presParOf" srcId="{A6E39A0A-2EBD-4AB7-9358-AAED9BBD7E1B}" destId="{3A3E8957-CF82-40A7-8843-12413D8BBBF5}" srcOrd="11"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CB089F4-6EF6-4416-B631-499185DE544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0933467A-1913-44E9-9CC0-7DCB11AE7082}">
      <dgm:prSet/>
      <dgm:spPr/>
      <dgm:t>
        <a:bodyPr/>
        <a:lstStyle/>
        <a:p>
          <a:r>
            <a:rPr lang="en-MY"/>
            <a:t>Agent functions and programs</a:t>
          </a:r>
        </a:p>
      </dgm:t>
    </dgm:pt>
    <dgm:pt modelId="{53492D8D-C7FF-4D80-8318-6182DCEF8327}" type="parTrans" cxnId="{81031AD8-CB97-4AB1-AD05-E86848BA9AA6}">
      <dgm:prSet/>
      <dgm:spPr/>
      <dgm:t>
        <a:bodyPr/>
        <a:lstStyle/>
        <a:p>
          <a:endParaRPr lang="en-MY"/>
        </a:p>
      </dgm:t>
    </dgm:pt>
    <dgm:pt modelId="{148F4AD1-FE0A-4B76-A6AE-3B1B3015EC5D}" type="sibTrans" cxnId="{81031AD8-CB97-4AB1-AD05-E86848BA9AA6}">
      <dgm:prSet/>
      <dgm:spPr/>
      <dgm:t>
        <a:bodyPr/>
        <a:lstStyle/>
        <a:p>
          <a:endParaRPr lang="en-MY"/>
        </a:p>
      </dgm:t>
    </dgm:pt>
    <dgm:pt modelId="{A7A871DA-7467-4E65-A3E8-422C0C7CDBEC}" type="pres">
      <dgm:prSet presAssocID="{3CB089F4-6EF6-4416-B631-499185DE5446}" presName="linear" presStyleCnt="0">
        <dgm:presLayoutVars>
          <dgm:animLvl val="lvl"/>
          <dgm:resizeHandles val="exact"/>
        </dgm:presLayoutVars>
      </dgm:prSet>
      <dgm:spPr/>
    </dgm:pt>
    <dgm:pt modelId="{4EBD02C1-5280-4758-8609-605576C083BC}" type="pres">
      <dgm:prSet presAssocID="{0933467A-1913-44E9-9CC0-7DCB11AE7082}" presName="parentText" presStyleLbl="node1" presStyleIdx="0" presStyleCnt="1">
        <dgm:presLayoutVars>
          <dgm:chMax val="0"/>
          <dgm:bulletEnabled val="1"/>
        </dgm:presLayoutVars>
      </dgm:prSet>
      <dgm:spPr/>
    </dgm:pt>
  </dgm:ptLst>
  <dgm:cxnLst>
    <dgm:cxn modelId="{26B8C994-6EF9-46E0-B5EC-184BEBBB293C}" type="presOf" srcId="{0933467A-1913-44E9-9CC0-7DCB11AE7082}" destId="{4EBD02C1-5280-4758-8609-605576C083BC}" srcOrd="0" destOrd="0" presId="urn:microsoft.com/office/officeart/2005/8/layout/vList2"/>
    <dgm:cxn modelId="{0AA861B0-996E-416E-9CC0-0FD1F7F5FA07}" type="presOf" srcId="{3CB089F4-6EF6-4416-B631-499185DE5446}" destId="{A7A871DA-7467-4E65-A3E8-422C0C7CDBEC}" srcOrd="0" destOrd="0" presId="urn:microsoft.com/office/officeart/2005/8/layout/vList2"/>
    <dgm:cxn modelId="{81031AD8-CB97-4AB1-AD05-E86848BA9AA6}" srcId="{3CB089F4-6EF6-4416-B631-499185DE5446}" destId="{0933467A-1913-44E9-9CC0-7DCB11AE7082}" srcOrd="0" destOrd="0" parTransId="{53492D8D-C7FF-4D80-8318-6182DCEF8327}" sibTransId="{148F4AD1-FE0A-4B76-A6AE-3B1B3015EC5D}"/>
    <dgm:cxn modelId="{3B0A34D8-4259-4A17-810C-68A65B391CD4}" type="presParOf" srcId="{A7A871DA-7467-4E65-A3E8-422C0C7CDBEC}" destId="{4EBD02C1-5280-4758-8609-605576C083B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ADFFF7E-5FDF-47EB-97A4-0026D3919C38}"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MY"/>
        </a:p>
      </dgm:t>
    </dgm:pt>
    <dgm:pt modelId="{D565B028-0B23-448D-AAFE-C95A544F338A}">
      <dgm:prSet/>
      <dgm:spPr/>
      <dgm:t>
        <a:bodyPr/>
        <a:lstStyle/>
        <a:p>
          <a:r>
            <a:rPr lang="en-MY"/>
            <a:t>An agent is completely specified by the </a:t>
          </a:r>
          <a:r>
            <a:rPr lang="en-MY" u="sng">
              <a:uFillTx/>
            </a:rPr>
            <a:t>agent function</a:t>
          </a:r>
          <a:r>
            <a:rPr lang="en-MY"/>
            <a:t> mapping percept sequences to actions</a:t>
          </a:r>
        </a:p>
      </dgm:t>
    </dgm:pt>
    <dgm:pt modelId="{CAEE9016-E955-40DA-8728-BBA2DE5E140A}" type="parTrans" cxnId="{FE32F3AF-351F-44AB-933D-E6C7C8B599FC}">
      <dgm:prSet/>
      <dgm:spPr/>
      <dgm:t>
        <a:bodyPr/>
        <a:lstStyle/>
        <a:p>
          <a:endParaRPr lang="en-MY"/>
        </a:p>
      </dgm:t>
    </dgm:pt>
    <dgm:pt modelId="{A4E426DF-12C6-4466-AD76-D99438A83055}" type="sibTrans" cxnId="{FE32F3AF-351F-44AB-933D-E6C7C8B599FC}">
      <dgm:prSet/>
      <dgm:spPr/>
      <dgm:t>
        <a:bodyPr/>
        <a:lstStyle/>
        <a:p>
          <a:endParaRPr lang="en-MY"/>
        </a:p>
      </dgm:t>
    </dgm:pt>
    <dgm:pt modelId="{98016EC6-D806-4824-A09E-7E577B0372D7}">
      <dgm:prSet/>
      <dgm:spPr/>
      <dgm:t>
        <a:bodyPr/>
        <a:lstStyle/>
        <a:p>
          <a:r>
            <a:rPr lang="en-MY"/>
            <a:t>One agent function (or a small equivalence class) is </a:t>
          </a:r>
          <a:r>
            <a:rPr lang="en-MY" u="sng">
              <a:uFillTx/>
            </a:rPr>
            <a:t>rational</a:t>
          </a:r>
          <a:endParaRPr lang="en-MY"/>
        </a:p>
      </dgm:t>
    </dgm:pt>
    <dgm:pt modelId="{A9A23DFA-9628-449A-88A6-60F2DE598283}" type="parTrans" cxnId="{7A863966-D9DD-43A5-A431-3AE47CA4ECDA}">
      <dgm:prSet/>
      <dgm:spPr/>
      <dgm:t>
        <a:bodyPr/>
        <a:lstStyle/>
        <a:p>
          <a:endParaRPr lang="en-MY"/>
        </a:p>
      </dgm:t>
    </dgm:pt>
    <dgm:pt modelId="{E3259B3C-857B-4144-A570-5669727B3983}" type="sibTrans" cxnId="{7A863966-D9DD-43A5-A431-3AE47CA4ECDA}">
      <dgm:prSet/>
      <dgm:spPr/>
      <dgm:t>
        <a:bodyPr/>
        <a:lstStyle/>
        <a:p>
          <a:endParaRPr lang="en-MY"/>
        </a:p>
      </dgm:t>
    </dgm:pt>
    <dgm:pt modelId="{039E9ED3-8FD2-40A3-8077-380C1E6CF556}">
      <dgm:prSet/>
      <dgm:spPr/>
      <dgm:t>
        <a:bodyPr/>
        <a:lstStyle/>
        <a:p>
          <a:r>
            <a:rPr lang="en-MY"/>
            <a:t>Aim: find a way to implement the rational agent function concisely</a:t>
          </a:r>
        </a:p>
      </dgm:t>
    </dgm:pt>
    <dgm:pt modelId="{48C96D88-E904-4593-9647-D148979A9B5C}" type="parTrans" cxnId="{E409FA74-178A-4E9D-84B0-9E0E08A50821}">
      <dgm:prSet/>
      <dgm:spPr/>
      <dgm:t>
        <a:bodyPr/>
        <a:lstStyle/>
        <a:p>
          <a:endParaRPr lang="en-MY"/>
        </a:p>
      </dgm:t>
    </dgm:pt>
    <dgm:pt modelId="{A8E6CC55-98DF-434B-A765-1B79E18FF566}" type="sibTrans" cxnId="{E409FA74-178A-4E9D-84B0-9E0E08A50821}">
      <dgm:prSet/>
      <dgm:spPr/>
      <dgm:t>
        <a:bodyPr/>
        <a:lstStyle/>
        <a:p>
          <a:endParaRPr lang="en-MY"/>
        </a:p>
      </dgm:t>
    </dgm:pt>
    <dgm:pt modelId="{4767C398-0B3B-4FCD-B8EF-8FABCFC5B7B0}" type="pres">
      <dgm:prSet presAssocID="{AADFFF7E-5FDF-47EB-97A4-0026D3919C38}" presName="Name0" presStyleCnt="0">
        <dgm:presLayoutVars>
          <dgm:chMax val="7"/>
          <dgm:dir/>
          <dgm:animLvl val="lvl"/>
          <dgm:resizeHandles val="exact"/>
        </dgm:presLayoutVars>
      </dgm:prSet>
      <dgm:spPr/>
    </dgm:pt>
    <dgm:pt modelId="{7B362861-FD79-46B4-9EC0-B01D33394107}" type="pres">
      <dgm:prSet presAssocID="{D565B028-0B23-448D-AAFE-C95A544F338A}" presName="circle1" presStyleLbl="node1" presStyleIdx="0" presStyleCnt="3"/>
      <dgm:spPr/>
    </dgm:pt>
    <dgm:pt modelId="{27E665AC-9CF9-4A72-ADB6-3660D884B8D4}" type="pres">
      <dgm:prSet presAssocID="{D565B028-0B23-448D-AAFE-C95A544F338A}" presName="space" presStyleCnt="0"/>
      <dgm:spPr/>
    </dgm:pt>
    <dgm:pt modelId="{390720DF-8A34-480C-80A8-B69D0607D4D0}" type="pres">
      <dgm:prSet presAssocID="{D565B028-0B23-448D-AAFE-C95A544F338A}" presName="rect1" presStyleLbl="alignAcc1" presStyleIdx="0" presStyleCnt="3"/>
      <dgm:spPr/>
    </dgm:pt>
    <dgm:pt modelId="{719E9F8A-5437-4C06-AC2D-43E92EE4401E}" type="pres">
      <dgm:prSet presAssocID="{98016EC6-D806-4824-A09E-7E577B0372D7}" presName="vertSpace2" presStyleLbl="node1" presStyleIdx="0" presStyleCnt="3"/>
      <dgm:spPr/>
    </dgm:pt>
    <dgm:pt modelId="{991751E1-9DF2-479E-93BA-A12B818134F6}" type="pres">
      <dgm:prSet presAssocID="{98016EC6-D806-4824-A09E-7E577B0372D7}" presName="circle2" presStyleLbl="node1" presStyleIdx="1" presStyleCnt="3"/>
      <dgm:spPr/>
    </dgm:pt>
    <dgm:pt modelId="{4DA39C1B-4E4C-42FA-84EA-7D5A2001E103}" type="pres">
      <dgm:prSet presAssocID="{98016EC6-D806-4824-A09E-7E577B0372D7}" presName="rect2" presStyleLbl="alignAcc1" presStyleIdx="1" presStyleCnt="3"/>
      <dgm:spPr/>
    </dgm:pt>
    <dgm:pt modelId="{7D2232BB-F126-422A-A8C5-01E0C85C1DEA}" type="pres">
      <dgm:prSet presAssocID="{039E9ED3-8FD2-40A3-8077-380C1E6CF556}" presName="vertSpace3" presStyleLbl="node1" presStyleIdx="1" presStyleCnt="3"/>
      <dgm:spPr/>
    </dgm:pt>
    <dgm:pt modelId="{7087F3EA-B5D5-4B4C-9442-29541FC2F61D}" type="pres">
      <dgm:prSet presAssocID="{039E9ED3-8FD2-40A3-8077-380C1E6CF556}" presName="circle3" presStyleLbl="node1" presStyleIdx="2" presStyleCnt="3"/>
      <dgm:spPr/>
    </dgm:pt>
    <dgm:pt modelId="{80C68EB0-717F-473F-B640-02B5A11ADF97}" type="pres">
      <dgm:prSet presAssocID="{039E9ED3-8FD2-40A3-8077-380C1E6CF556}" presName="rect3" presStyleLbl="alignAcc1" presStyleIdx="2" presStyleCnt="3"/>
      <dgm:spPr/>
    </dgm:pt>
    <dgm:pt modelId="{88A57F49-BE34-45F4-89F7-E2C6749BFA40}" type="pres">
      <dgm:prSet presAssocID="{D565B028-0B23-448D-AAFE-C95A544F338A}" presName="rect1ParTxNoCh" presStyleLbl="alignAcc1" presStyleIdx="2" presStyleCnt="3">
        <dgm:presLayoutVars>
          <dgm:chMax val="1"/>
          <dgm:bulletEnabled val="1"/>
        </dgm:presLayoutVars>
      </dgm:prSet>
      <dgm:spPr/>
    </dgm:pt>
    <dgm:pt modelId="{4B7D1637-1ED7-498F-8517-4A393BEED7B8}" type="pres">
      <dgm:prSet presAssocID="{98016EC6-D806-4824-A09E-7E577B0372D7}" presName="rect2ParTxNoCh" presStyleLbl="alignAcc1" presStyleIdx="2" presStyleCnt="3">
        <dgm:presLayoutVars>
          <dgm:chMax val="1"/>
          <dgm:bulletEnabled val="1"/>
        </dgm:presLayoutVars>
      </dgm:prSet>
      <dgm:spPr/>
    </dgm:pt>
    <dgm:pt modelId="{1F0ED00A-2AFC-49CD-98B5-088ADAE6D57C}" type="pres">
      <dgm:prSet presAssocID="{039E9ED3-8FD2-40A3-8077-380C1E6CF556}" presName="rect3ParTxNoCh" presStyleLbl="alignAcc1" presStyleIdx="2" presStyleCnt="3">
        <dgm:presLayoutVars>
          <dgm:chMax val="1"/>
          <dgm:bulletEnabled val="1"/>
        </dgm:presLayoutVars>
      </dgm:prSet>
      <dgm:spPr/>
    </dgm:pt>
  </dgm:ptLst>
  <dgm:cxnLst>
    <dgm:cxn modelId="{302C2D26-2237-43C2-B225-C664203D9C65}" type="presOf" srcId="{D565B028-0B23-448D-AAFE-C95A544F338A}" destId="{390720DF-8A34-480C-80A8-B69D0607D4D0}" srcOrd="0" destOrd="0" presId="urn:microsoft.com/office/officeart/2005/8/layout/target3"/>
    <dgm:cxn modelId="{7A863966-D9DD-43A5-A431-3AE47CA4ECDA}" srcId="{AADFFF7E-5FDF-47EB-97A4-0026D3919C38}" destId="{98016EC6-D806-4824-A09E-7E577B0372D7}" srcOrd="1" destOrd="0" parTransId="{A9A23DFA-9628-449A-88A6-60F2DE598283}" sibTransId="{E3259B3C-857B-4144-A570-5669727B3983}"/>
    <dgm:cxn modelId="{566BD04C-A364-49FF-8BE9-E7E44DEE6BA8}" type="presOf" srcId="{039E9ED3-8FD2-40A3-8077-380C1E6CF556}" destId="{1F0ED00A-2AFC-49CD-98B5-088ADAE6D57C}" srcOrd="1" destOrd="0" presId="urn:microsoft.com/office/officeart/2005/8/layout/target3"/>
    <dgm:cxn modelId="{01950873-1CBE-4577-B1BC-2F01C96C195A}" type="presOf" srcId="{039E9ED3-8FD2-40A3-8077-380C1E6CF556}" destId="{80C68EB0-717F-473F-B640-02B5A11ADF97}" srcOrd="0" destOrd="0" presId="urn:microsoft.com/office/officeart/2005/8/layout/target3"/>
    <dgm:cxn modelId="{E409FA74-178A-4E9D-84B0-9E0E08A50821}" srcId="{AADFFF7E-5FDF-47EB-97A4-0026D3919C38}" destId="{039E9ED3-8FD2-40A3-8077-380C1E6CF556}" srcOrd="2" destOrd="0" parTransId="{48C96D88-E904-4593-9647-D148979A9B5C}" sibTransId="{A8E6CC55-98DF-434B-A765-1B79E18FF566}"/>
    <dgm:cxn modelId="{DEB98C55-ABE1-41D5-94F1-A88C95E3595B}" type="presOf" srcId="{98016EC6-D806-4824-A09E-7E577B0372D7}" destId="{4B7D1637-1ED7-498F-8517-4A393BEED7B8}" srcOrd="1" destOrd="0" presId="urn:microsoft.com/office/officeart/2005/8/layout/target3"/>
    <dgm:cxn modelId="{FE32F3AF-351F-44AB-933D-E6C7C8B599FC}" srcId="{AADFFF7E-5FDF-47EB-97A4-0026D3919C38}" destId="{D565B028-0B23-448D-AAFE-C95A544F338A}" srcOrd="0" destOrd="0" parTransId="{CAEE9016-E955-40DA-8728-BBA2DE5E140A}" sibTransId="{A4E426DF-12C6-4466-AD76-D99438A83055}"/>
    <dgm:cxn modelId="{8C6AD8C9-8C44-4987-9C30-C1F44CAFD125}" type="presOf" srcId="{D565B028-0B23-448D-AAFE-C95A544F338A}" destId="{88A57F49-BE34-45F4-89F7-E2C6749BFA40}" srcOrd="1" destOrd="0" presId="urn:microsoft.com/office/officeart/2005/8/layout/target3"/>
    <dgm:cxn modelId="{7B8CF7C9-142B-4DD9-9EC5-BA99E0219EBE}" type="presOf" srcId="{98016EC6-D806-4824-A09E-7E577B0372D7}" destId="{4DA39C1B-4E4C-42FA-84EA-7D5A2001E103}" srcOrd="0" destOrd="0" presId="urn:microsoft.com/office/officeart/2005/8/layout/target3"/>
    <dgm:cxn modelId="{D9E9F6D8-1A20-4F03-AE8C-9552BF9191F4}" type="presOf" srcId="{AADFFF7E-5FDF-47EB-97A4-0026D3919C38}" destId="{4767C398-0B3B-4FCD-B8EF-8FABCFC5B7B0}" srcOrd="0" destOrd="0" presId="urn:microsoft.com/office/officeart/2005/8/layout/target3"/>
    <dgm:cxn modelId="{3C4C4E79-72D5-4A9B-B287-9CAA476A634C}" type="presParOf" srcId="{4767C398-0B3B-4FCD-B8EF-8FABCFC5B7B0}" destId="{7B362861-FD79-46B4-9EC0-B01D33394107}" srcOrd="0" destOrd="0" presId="urn:microsoft.com/office/officeart/2005/8/layout/target3"/>
    <dgm:cxn modelId="{E178C657-72A0-4B72-B6CA-201DD5ED6225}" type="presParOf" srcId="{4767C398-0B3B-4FCD-B8EF-8FABCFC5B7B0}" destId="{27E665AC-9CF9-4A72-ADB6-3660D884B8D4}" srcOrd="1" destOrd="0" presId="urn:microsoft.com/office/officeart/2005/8/layout/target3"/>
    <dgm:cxn modelId="{54939523-C916-484B-B0C4-BDCBDD7D8E29}" type="presParOf" srcId="{4767C398-0B3B-4FCD-B8EF-8FABCFC5B7B0}" destId="{390720DF-8A34-480C-80A8-B69D0607D4D0}" srcOrd="2" destOrd="0" presId="urn:microsoft.com/office/officeart/2005/8/layout/target3"/>
    <dgm:cxn modelId="{67590037-0A90-4AEC-99ED-BDBDDA5A35CD}" type="presParOf" srcId="{4767C398-0B3B-4FCD-B8EF-8FABCFC5B7B0}" destId="{719E9F8A-5437-4C06-AC2D-43E92EE4401E}" srcOrd="3" destOrd="0" presId="urn:microsoft.com/office/officeart/2005/8/layout/target3"/>
    <dgm:cxn modelId="{E9FAF309-2F87-48B8-B8B1-5C4A9C7F7C59}" type="presParOf" srcId="{4767C398-0B3B-4FCD-B8EF-8FABCFC5B7B0}" destId="{991751E1-9DF2-479E-93BA-A12B818134F6}" srcOrd="4" destOrd="0" presId="urn:microsoft.com/office/officeart/2005/8/layout/target3"/>
    <dgm:cxn modelId="{BC7D6B85-38DD-467A-8446-8B7694E883FB}" type="presParOf" srcId="{4767C398-0B3B-4FCD-B8EF-8FABCFC5B7B0}" destId="{4DA39C1B-4E4C-42FA-84EA-7D5A2001E103}" srcOrd="5" destOrd="0" presId="urn:microsoft.com/office/officeart/2005/8/layout/target3"/>
    <dgm:cxn modelId="{CD128139-20CB-436A-A3BB-F2EE5B9E104B}" type="presParOf" srcId="{4767C398-0B3B-4FCD-B8EF-8FABCFC5B7B0}" destId="{7D2232BB-F126-422A-A8C5-01E0C85C1DEA}" srcOrd="6" destOrd="0" presId="urn:microsoft.com/office/officeart/2005/8/layout/target3"/>
    <dgm:cxn modelId="{14BEACA3-F7FD-4CBB-8E17-104387D5AA98}" type="presParOf" srcId="{4767C398-0B3B-4FCD-B8EF-8FABCFC5B7B0}" destId="{7087F3EA-B5D5-4B4C-9442-29541FC2F61D}" srcOrd="7" destOrd="0" presId="urn:microsoft.com/office/officeart/2005/8/layout/target3"/>
    <dgm:cxn modelId="{67B93B52-006D-42DE-B887-74AEC6B89C57}" type="presParOf" srcId="{4767C398-0B3B-4FCD-B8EF-8FABCFC5B7B0}" destId="{80C68EB0-717F-473F-B640-02B5A11ADF97}" srcOrd="8" destOrd="0" presId="urn:microsoft.com/office/officeart/2005/8/layout/target3"/>
    <dgm:cxn modelId="{F9915F5E-A31F-44BA-BACD-4F5DBE78DD18}" type="presParOf" srcId="{4767C398-0B3B-4FCD-B8EF-8FABCFC5B7B0}" destId="{88A57F49-BE34-45F4-89F7-E2C6749BFA40}" srcOrd="9" destOrd="0" presId="urn:microsoft.com/office/officeart/2005/8/layout/target3"/>
    <dgm:cxn modelId="{F8E3E834-8AA0-4D2C-B0F9-54337A24762F}" type="presParOf" srcId="{4767C398-0B3B-4FCD-B8EF-8FABCFC5B7B0}" destId="{4B7D1637-1ED7-498F-8517-4A393BEED7B8}" srcOrd="10" destOrd="0" presId="urn:microsoft.com/office/officeart/2005/8/layout/target3"/>
    <dgm:cxn modelId="{EDAEC7E3-7CFE-4C34-B064-52596DEA6494}" type="presParOf" srcId="{4767C398-0B3B-4FCD-B8EF-8FABCFC5B7B0}" destId="{1F0ED00A-2AFC-49CD-98B5-088ADAE6D57C}" srcOrd="11"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54E41EEE-8629-418C-A7AC-BB3AEAE412C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FC6BEDA6-E72D-442D-85FF-C1A1EDF5D0F7}">
      <dgm:prSet/>
      <dgm:spPr/>
      <dgm:t>
        <a:bodyPr/>
        <a:lstStyle/>
        <a:p>
          <a:r>
            <a:rPr lang="en-MY"/>
            <a:t>Table-lookup agent</a:t>
          </a:r>
        </a:p>
      </dgm:t>
    </dgm:pt>
    <dgm:pt modelId="{9CC45090-0C1F-4B8A-B8DD-8131DBE5566B}" type="parTrans" cxnId="{DDC88A16-D9BA-41D9-A468-FFD712AB45A7}">
      <dgm:prSet/>
      <dgm:spPr/>
      <dgm:t>
        <a:bodyPr/>
        <a:lstStyle/>
        <a:p>
          <a:endParaRPr lang="en-MY"/>
        </a:p>
      </dgm:t>
    </dgm:pt>
    <dgm:pt modelId="{7CB74FAC-C260-47CA-A75D-FC1E1CD3FCC6}" type="sibTrans" cxnId="{DDC88A16-D9BA-41D9-A468-FFD712AB45A7}">
      <dgm:prSet/>
      <dgm:spPr/>
      <dgm:t>
        <a:bodyPr/>
        <a:lstStyle/>
        <a:p>
          <a:endParaRPr lang="en-MY"/>
        </a:p>
      </dgm:t>
    </dgm:pt>
    <dgm:pt modelId="{FEE7DCB4-7429-4653-9E45-80FEEE340E71}" type="pres">
      <dgm:prSet presAssocID="{54E41EEE-8629-418C-A7AC-BB3AEAE412C1}" presName="linear" presStyleCnt="0">
        <dgm:presLayoutVars>
          <dgm:animLvl val="lvl"/>
          <dgm:resizeHandles val="exact"/>
        </dgm:presLayoutVars>
      </dgm:prSet>
      <dgm:spPr/>
    </dgm:pt>
    <dgm:pt modelId="{AB4AC9F9-B6EE-4B24-B418-2014F8CFFBED}" type="pres">
      <dgm:prSet presAssocID="{FC6BEDA6-E72D-442D-85FF-C1A1EDF5D0F7}" presName="parentText" presStyleLbl="node1" presStyleIdx="0" presStyleCnt="1" custLinFactNeighborX="-22464" custLinFactNeighborY="-84033">
        <dgm:presLayoutVars>
          <dgm:chMax val="0"/>
          <dgm:bulletEnabled val="1"/>
        </dgm:presLayoutVars>
      </dgm:prSet>
      <dgm:spPr/>
    </dgm:pt>
  </dgm:ptLst>
  <dgm:cxnLst>
    <dgm:cxn modelId="{DDC88A16-D9BA-41D9-A468-FFD712AB45A7}" srcId="{54E41EEE-8629-418C-A7AC-BB3AEAE412C1}" destId="{FC6BEDA6-E72D-442D-85FF-C1A1EDF5D0F7}" srcOrd="0" destOrd="0" parTransId="{9CC45090-0C1F-4B8A-B8DD-8131DBE5566B}" sibTransId="{7CB74FAC-C260-47CA-A75D-FC1E1CD3FCC6}"/>
    <dgm:cxn modelId="{E1EC0A28-08CE-4B91-A08D-84C70E3CDC1B}" type="presOf" srcId="{FC6BEDA6-E72D-442D-85FF-C1A1EDF5D0F7}" destId="{AB4AC9F9-B6EE-4B24-B418-2014F8CFFBED}" srcOrd="0" destOrd="0" presId="urn:microsoft.com/office/officeart/2005/8/layout/vList2"/>
    <dgm:cxn modelId="{0A85B470-91B9-484A-B155-DF2C76055032}" type="presOf" srcId="{54E41EEE-8629-418C-A7AC-BB3AEAE412C1}" destId="{FEE7DCB4-7429-4653-9E45-80FEEE340E71}" srcOrd="0" destOrd="0" presId="urn:microsoft.com/office/officeart/2005/8/layout/vList2"/>
    <dgm:cxn modelId="{F2874A1B-6BA8-422F-9175-B11D7CFA2741}" type="presParOf" srcId="{FEE7DCB4-7429-4653-9E45-80FEEE340E71}" destId="{AB4AC9F9-B6EE-4B24-B418-2014F8CFFBE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4A09466B-4DB2-4FA4-A7AC-34183FFE28A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690B71B2-2CE3-46F0-B48F-27CA1713E404}">
      <dgm:prSet/>
      <dgm:spPr/>
      <dgm:t>
        <a:bodyPr/>
        <a:lstStyle/>
        <a:p>
          <a:r>
            <a:rPr lang="en-MY" dirty="0"/>
            <a:t>Agent program for a vacuum- cleaner agent</a:t>
          </a:r>
        </a:p>
      </dgm:t>
    </dgm:pt>
    <dgm:pt modelId="{8A637C89-B56B-49BB-A5C8-CA5F758452B2}" type="parTrans" cxnId="{A0DE090A-64F5-4CF8-9BA8-B4B59E490DFD}">
      <dgm:prSet/>
      <dgm:spPr/>
      <dgm:t>
        <a:bodyPr/>
        <a:lstStyle/>
        <a:p>
          <a:endParaRPr lang="en-MY"/>
        </a:p>
      </dgm:t>
    </dgm:pt>
    <dgm:pt modelId="{9205C7D4-BD6E-430C-9259-882275D9DBDB}" type="sibTrans" cxnId="{A0DE090A-64F5-4CF8-9BA8-B4B59E490DFD}">
      <dgm:prSet/>
      <dgm:spPr/>
      <dgm:t>
        <a:bodyPr/>
        <a:lstStyle/>
        <a:p>
          <a:endParaRPr lang="en-MY"/>
        </a:p>
      </dgm:t>
    </dgm:pt>
    <dgm:pt modelId="{946A7F5A-D4D7-4F0C-A1E1-D09705A91205}" type="pres">
      <dgm:prSet presAssocID="{4A09466B-4DB2-4FA4-A7AC-34183FFE28A3}" presName="linear" presStyleCnt="0">
        <dgm:presLayoutVars>
          <dgm:animLvl val="lvl"/>
          <dgm:resizeHandles val="exact"/>
        </dgm:presLayoutVars>
      </dgm:prSet>
      <dgm:spPr/>
    </dgm:pt>
    <dgm:pt modelId="{3A4F1CBF-8196-493C-9235-DB071B615349}" type="pres">
      <dgm:prSet presAssocID="{690B71B2-2CE3-46F0-B48F-27CA1713E404}" presName="parentText" presStyleLbl="node1" presStyleIdx="0" presStyleCnt="1">
        <dgm:presLayoutVars>
          <dgm:chMax val="0"/>
          <dgm:bulletEnabled val="1"/>
        </dgm:presLayoutVars>
      </dgm:prSet>
      <dgm:spPr/>
    </dgm:pt>
  </dgm:ptLst>
  <dgm:cxnLst>
    <dgm:cxn modelId="{A0DE090A-64F5-4CF8-9BA8-B4B59E490DFD}" srcId="{4A09466B-4DB2-4FA4-A7AC-34183FFE28A3}" destId="{690B71B2-2CE3-46F0-B48F-27CA1713E404}" srcOrd="0" destOrd="0" parTransId="{8A637C89-B56B-49BB-A5C8-CA5F758452B2}" sibTransId="{9205C7D4-BD6E-430C-9259-882275D9DBDB}"/>
    <dgm:cxn modelId="{4BA3F936-5C8C-4541-A4E3-37A0871E3B40}" type="presOf" srcId="{690B71B2-2CE3-46F0-B48F-27CA1713E404}" destId="{3A4F1CBF-8196-493C-9235-DB071B615349}" srcOrd="0" destOrd="0" presId="urn:microsoft.com/office/officeart/2005/8/layout/vList2"/>
    <dgm:cxn modelId="{41E3C6F3-732E-4572-A523-90CF0FFECEAF}" type="presOf" srcId="{4A09466B-4DB2-4FA4-A7AC-34183FFE28A3}" destId="{946A7F5A-D4D7-4F0C-A1E1-D09705A91205}" srcOrd="0" destOrd="0" presId="urn:microsoft.com/office/officeart/2005/8/layout/vList2"/>
    <dgm:cxn modelId="{153EC582-1DC9-4041-A7DA-FAFE0A4345F2}" type="presParOf" srcId="{946A7F5A-D4D7-4F0C-A1E1-D09705A91205}" destId="{3A4F1CBF-8196-493C-9235-DB071B61534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7AC1B889-9129-4EF9-89B8-13B8FF013EE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55084C9B-A40C-4A5B-A9DB-D1EEFC9F91D1}">
      <dgm:prSet/>
      <dgm:spPr/>
      <dgm:t>
        <a:bodyPr/>
        <a:lstStyle/>
        <a:p>
          <a:r>
            <a:rPr lang="en-MY"/>
            <a:t>Agent properties</a:t>
          </a:r>
        </a:p>
      </dgm:t>
    </dgm:pt>
    <dgm:pt modelId="{2B97934E-F10B-4CE2-8144-652BAEDD47DE}" type="parTrans" cxnId="{DE03D3F2-30E9-4045-93E5-E17BA1C60576}">
      <dgm:prSet/>
      <dgm:spPr/>
      <dgm:t>
        <a:bodyPr/>
        <a:lstStyle/>
        <a:p>
          <a:endParaRPr lang="en-MY"/>
        </a:p>
      </dgm:t>
    </dgm:pt>
    <dgm:pt modelId="{5F10E582-3449-404D-B18C-29D32BB2E2C9}" type="sibTrans" cxnId="{DE03D3F2-30E9-4045-93E5-E17BA1C60576}">
      <dgm:prSet/>
      <dgm:spPr/>
      <dgm:t>
        <a:bodyPr/>
        <a:lstStyle/>
        <a:p>
          <a:endParaRPr lang="en-MY"/>
        </a:p>
      </dgm:t>
    </dgm:pt>
    <dgm:pt modelId="{72EB99A2-7F02-40DB-B623-3CEF496C500B}" type="pres">
      <dgm:prSet presAssocID="{7AC1B889-9129-4EF9-89B8-13B8FF013EE2}" presName="linear" presStyleCnt="0">
        <dgm:presLayoutVars>
          <dgm:animLvl val="lvl"/>
          <dgm:resizeHandles val="exact"/>
        </dgm:presLayoutVars>
      </dgm:prSet>
      <dgm:spPr/>
    </dgm:pt>
    <dgm:pt modelId="{857CB4AC-2459-46CB-BD4D-CAB2B48996B6}" type="pres">
      <dgm:prSet presAssocID="{55084C9B-A40C-4A5B-A9DB-D1EEFC9F91D1}" presName="parentText" presStyleLbl="node1" presStyleIdx="0" presStyleCnt="1" custLinFactNeighborX="-52901" custLinFactNeighborY="-13720">
        <dgm:presLayoutVars>
          <dgm:chMax val="0"/>
          <dgm:bulletEnabled val="1"/>
        </dgm:presLayoutVars>
      </dgm:prSet>
      <dgm:spPr/>
    </dgm:pt>
  </dgm:ptLst>
  <dgm:cxnLst>
    <dgm:cxn modelId="{93649626-08DB-423B-8CAF-2F7383558C2E}" type="presOf" srcId="{55084C9B-A40C-4A5B-A9DB-D1EEFC9F91D1}" destId="{857CB4AC-2459-46CB-BD4D-CAB2B48996B6}" srcOrd="0" destOrd="0" presId="urn:microsoft.com/office/officeart/2005/8/layout/vList2"/>
    <dgm:cxn modelId="{D4D0B86F-E7C2-45C1-BBB6-3EEBD72AC1FF}" type="presOf" srcId="{7AC1B889-9129-4EF9-89B8-13B8FF013EE2}" destId="{72EB99A2-7F02-40DB-B623-3CEF496C500B}" srcOrd="0" destOrd="0" presId="urn:microsoft.com/office/officeart/2005/8/layout/vList2"/>
    <dgm:cxn modelId="{DE03D3F2-30E9-4045-93E5-E17BA1C60576}" srcId="{7AC1B889-9129-4EF9-89B8-13B8FF013EE2}" destId="{55084C9B-A40C-4A5B-A9DB-D1EEFC9F91D1}" srcOrd="0" destOrd="0" parTransId="{2B97934E-F10B-4CE2-8144-652BAEDD47DE}" sibTransId="{5F10E582-3449-404D-B18C-29D32BB2E2C9}"/>
    <dgm:cxn modelId="{1EACC691-80B6-4706-9A84-0D2A7FA2283C}" type="presParOf" srcId="{72EB99A2-7F02-40DB-B623-3CEF496C500B}" destId="{857CB4AC-2459-46CB-BD4D-CAB2B48996B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1D85C5C3-A9A9-4585-A3CA-576BDAF8F28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EB784432-F2F6-4843-8CD7-A1AE2C1DD3A4}">
      <dgm:prSet/>
      <dgm:spPr/>
      <dgm:t>
        <a:bodyPr/>
        <a:lstStyle/>
        <a:p>
          <a:r>
            <a:rPr lang="en-MY"/>
            <a:t>Agent types</a:t>
          </a:r>
        </a:p>
      </dgm:t>
    </dgm:pt>
    <dgm:pt modelId="{5CAD3C72-CC3C-4DD8-94FC-F699A871A2D0}" type="parTrans" cxnId="{ADE1199A-791D-45E2-AD71-77CF93551E2C}">
      <dgm:prSet/>
      <dgm:spPr/>
      <dgm:t>
        <a:bodyPr/>
        <a:lstStyle/>
        <a:p>
          <a:endParaRPr lang="en-MY"/>
        </a:p>
      </dgm:t>
    </dgm:pt>
    <dgm:pt modelId="{6EDE3235-E154-479B-A35F-00DCBFECEE37}" type="sibTrans" cxnId="{ADE1199A-791D-45E2-AD71-77CF93551E2C}">
      <dgm:prSet/>
      <dgm:spPr/>
      <dgm:t>
        <a:bodyPr/>
        <a:lstStyle/>
        <a:p>
          <a:endParaRPr lang="en-MY"/>
        </a:p>
      </dgm:t>
    </dgm:pt>
    <dgm:pt modelId="{39B14E00-AD20-4422-928D-8D2C7A6D0E90}" type="pres">
      <dgm:prSet presAssocID="{1D85C5C3-A9A9-4585-A3CA-576BDAF8F286}" presName="linear" presStyleCnt="0">
        <dgm:presLayoutVars>
          <dgm:animLvl val="lvl"/>
          <dgm:resizeHandles val="exact"/>
        </dgm:presLayoutVars>
      </dgm:prSet>
      <dgm:spPr/>
    </dgm:pt>
    <dgm:pt modelId="{A668D69C-3DD5-43F6-B253-538ADA70A00E}" type="pres">
      <dgm:prSet presAssocID="{EB784432-F2F6-4843-8CD7-A1AE2C1DD3A4}" presName="parentText" presStyleLbl="node1" presStyleIdx="0" presStyleCnt="1">
        <dgm:presLayoutVars>
          <dgm:chMax val="0"/>
          <dgm:bulletEnabled val="1"/>
        </dgm:presLayoutVars>
      </dgm:prSet>
      <dgm:spPr/>
    </dgm:pt>
  </dgm:ptLst>
  <dgm:cxnLst>
    <dgm:cxn modelId="{F2037367-77C8-4D80-B2E0-59C96CAD9AA7}" type="presOf" srcId="{EB784432-F2F6-4843-8CD7-A1AE2C1DD3A4}" destId="{A668D69C-3DD5-43F6-B253-538ADA70A00E}" srcOrd="0" destOrd="0" presId="urn:microsoft.com/office/officeart/2005/8/layout/vList2"/>
    <dgm:cxn modelId="{ADE1199A-791D-45E2-AD71-77CF93551E2C}" srcId="{1D85C5C3-A9A9-4585-A3CA-576BDAF8F286}" destId="{EB784432-F2F6-4843-8CD7-A1AE2C1DD3A4}" srcOrd="0" destOrd="0" parTransId="{5CAD3C72-CC3C-4DD8-94FC-F699A871A2D0}" sibTransId="{6EDE3235-E154-479B-A35F-00DCBFECEE37}"/>
    <dgm:cxn modelId="{67EAAEA9-CE30-4C03-B959-C5836C16343B}" type="presOf" srcId="{1D85C5C3-A9A9-4585-A3CA-576BDAF8F286}" destId="{39B14E00-AD20-4422-928D-8D2C7A6D0E90}" srcOrd="0" destOrd="0" presId="urn:microsoft.com/office/officeart/2005/8/layout/vList2"/>
    <dgm:cxn modelId="{FE8EB9B7-CF3D-401C-842F-65B53273F49F}" type="presParOf" srcId="{39B14E00-AD20-4422-928D-8D2C7A6D0E90}" destId="{A668D69C-3DD5-43F6-B253-538ADA70A00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B3297992-A757-482E-B59E-FEACB2CA167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B3137DFD-0C83-4EB6-9965-0B653D692DCC}">
      <dgm:prSet/>
      <dgm:spPr/>
      <dgm:t>
        <a:bodyPr/>
        <a:lstStyle/>
        <a:p>
          <a:r>
            <a:rPr lang="en-MY"/>
            <a:t>Simple reflex agents</a:t>
          </a:r>
        </a:p>
      </dgm:t>
    </dgm:pt>
    <dgm:pt modelId="{BB92C3AA-D6AD-4670-96E1-1159B9F9B695}" type="parTrans" cxnId="{99944859-9762-4007-B13D-24769DE0EA11}">
      <dgm:prSet/>
      <dgm:spPr/>
      <dgm:t>
        <a:bodyPr/>
        <a:lstStyle/>
        <a:p>
          <a:endParaRPr lang="en-MY"/>
        </a:p>
      </dgm:t>
    </dgm:pt>
    <dgm:pt modelId="{E24CF541-B5A1-40E3-8E76-C2FF3A79F597}" type="sibTrans" cxnId="{99944859-9762-4007-B13D-24769DE0EA11}">
      <dgm:prSet/>
      <dgm:spPr/>
      <dgm:t>
        <a:bodyPr/>
        <a:lstStyle/>
        <a:p>
          <a:endParaRPr lang="en-MY"/>
        </a:p>
      </dgm:t>
    </dgm:pt>
    <dgm:pt modelId="{75888328-78BC-44F2-9061-23A1F951DCB7}" type="pres">
      <dgm:prSet presAssocID="{B3297992-A757-482E-B59E-FEACB2CA167A}" presName="linear" presStyleCnt="0">
        <dgm:presLayoutVars>
          <dgm:animLvl val="lvl"/>
          <dgm:resizeHandles val="exact"/>
        </dgm:presLayoutVars>
      </dgm:prSet>
      <dgm:spPr/>
    </dgm:pt>
    <dgm:pt modelId="{D1EDB1B0-F3ED-46A6-89F2-A41459800A2B}" type="pres">
      <dgm:prSet presAssocID="{B3137DFD-0C83-4EB6-9965-0B653D692DCC}" presName="parentText" presStyleLbl="node1" presStyleIdx="0" presStyleCnt="1">
        <dgm:presLayoutVars>
          <dgm:chMax val="0"/>
          <dgm:bulletEnabled val="1"/>
        </dgm:presLayoutVars>
      </dgm:prSet>
      <dgm:spPr/>
    </dgm:pt>
  </dgm:ptLst>
  <dgm:cxnLst>
    <dgm:cxn modelId="{74DB9B20-96E0-46CF-89BB-927028065478}" type="presOf" srcId="{B3297992-A757-482E-B59E-FEACB2CA167A}" destId="{75888328-78BC-44F2-9061-23A1F951DCB7}" srcOrd="0" destOrd="0" presId="urn:microsoft.com/office/officeart/2005/8/layout/vList2"/>
    <dgm:cxn modelId="{3BBF932D-2B8A-4577-9E88-1054398DD787}" type="presOf" srcId="{B3137DFD-0C83-4EB6-9965-0B653D692DCC}" destId="{D1EDB1B0-F3ED-46A6-89F2-A41459800A2B}" srcOrd="0" destOrd="0" presId="urn:microsoft.com/office/officeart/2005/8/layout/vList2"/>
    <dgm:cxn modelId="{99944859-9762-4007-B13D-24769DE0EA11}" srcId="{B3297992-A757-482E-B59E-FEACB2CA167A}" destId="{B3137DFD-0C83-4EB6-9965-0B653D692DCC}" srcOrd="0" destOrd="0" parTransId="{BB92C3AA-D6AD-4670-96E1-1159B9F9B695}" sibTransId="{E24CF541-B5A1-40E3-8E76-C2FF3A79F597}"/>
    <dgm:cxn modelId="{6BF8D573-07D3-4C4B-B73D-0C002B8CFC8E}" type="presParOf" srcId="{75888328-78BC-44F2-9061-23A1F951DCB7}" destId="{D1EDB1B0-F3ED-46A6-89F2-A41459800A2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6DAE0BF2-D8AB-4A4B-904F-AF6334E7034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3730E4BF-FA9A-4217-B611-4EA8782B5726}">
      <dgm:prSet/>
      <dgm:spPr/>
      <dgm:t>
        <a:bodyPr/>
        <a:lstStyle/>
        <a:p>
          <a:r>
            <a:rPr lang="en-MY"/>
            <a:t>Simple reflex agents</a:t>
          </a:r>
        </a:p>
      </dgm:t>
    </dgm:pt>
    <dgm:pt modelId="{7D446D03-5E3F-42F6-88AA-0DAAF92E6507}" type="parTrans" cxnId="{AAAB0D91-018A-4FA3-8D7D-C3D0547C5406}">
      <dgm:prSet/>
      <dgm:spPr/>
      <dgm:t>
        <a:bodyPr/>
        <a:lstStyle/>
        <a:p>
          <a:endParaRPr lang="en-MY"/>
        </a:p>
      </dgm:t>
    </dgm:pt>
    <dgm:pt modelId="{6DE06D68-6B71-444A-9482-316BF4775E6A}" type="sibTrans" cxnId="{AAAB0D91-018A-4FA3-8D7D-C3D0547C5406}">
      <dgm:prSet/>
      <dgm:spPr/>
      <dgm:t>
        <a:bodyPr/>
        <a:lstStyle/>
        <a:p>
          <a:endParaRPr lang="en-MY"/>
        </a:p>
      </dgm:t>
    </dgm:pt>
    <dgm:pt modelId="{C1F66F8B-B0DA-4093-91C9-DF7EE7F09DBC}" type="pres">
      <dgm:prSet presAssocID="{6DAE0BF2-D8AB-4A4B-904F-AF6334E70343}" presName="linear" presStyleCnt="0">
        <dgm:presLayoutVars>
          <dgm:animLvl val="lvl"/>
          <dgm:resizeHandles val="exact"/>
        </dgm:presLayoutVars>
      </dgm:prSet>
      <dgm:spPr/>
    </dgm:pt>
    <dgm:pt modelId="{6BD3353F-DA9C-474A-AD39-7DAB91102385}" type="pres">
      <dgm:prSet presAssocID="{3730E4BF-FA9A-4217-B611-4EA8782B5726}" presName="parentText" presStyleLbl="node1" presStyleIdx="0" presStyleCnt="1" custLinFactNeighborX="-85" custLinFactNeighborY="-1271">
        <dgm:presLayoutVars>
          <dgm:chMax val="0"/>
          <dgm:bulletEnabled val="1"/>
        </dgm:presLayoutVars>
      </dgm:prSet>
      <dgm:spPr/>
    </dgm:pt>
  </dgm:ptLst>
  <dgm:cxnLst>
    <dgm:cxn modelId="{C263EA69-074D-4280-87D7-D606EBE1D85C}" type="presOf" srcId="{3730E4BF-FA9A-4217-B611-4EA8782B5726}" destId="{6BD3353F-DA9C-474A-AD39-7DAB91102385}" srcOrd="0" destOrd="0" presId="urn:microsoft.com/office/officeart/2005/8/layout/vList2"/>
    <dgm:cxn modelId="{FCDA9958-957B-4750-A674-8C365DD014DC}" type="presOf" srcId="{6DAE0BF2-D8AB-4A4B-904F-AF6334E70343}" destId="{C1F66F8B-B0DA-4093-91C9-DF7EE7F09DBC}" srcOrd="0" destOrd="0" presId="urn:microsoft.com/office/officeart/2005/8/layout/vList2"/>
    <dgm:cxn modelId="{AAAB0D91-018A-4FA3-8D7D-C3D0547C5406}" srcId="{6DAE0BF2-D8AB-4A4B-904F-AF6334E70343}" destId="{3730E4BF-FA9A-4217-B611-4EA8782B5726}" srcOrd="0" destOrd="0" parTransId="{7D446D03-5E3F-42F6-88AA-0DAAF92E6507}" sibTransId="{6DE06D68-6B71-444A-9482-316BF4775E6A}"/>
    <dgm:cxn modelId="{FE4A7FC0-A173-4554-9B7C-CBF540BF5C61}" type="presParOf" srcId="{C1F66F8B-B0DA-4093-91C9-DF7EE7F09DBC}" destId="{6BD3353F-DA9C-474A-AD39-7DAB9110238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D3324586-DD25-4946-AC98-18714A7F867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53C28C60-894F-49F5-953C-05F1892EE266}">
      <dgm:prSet/>
      <dgm:spPr/>
      <dgm:t>
        <a:bodyPr/>
        <a:lstStyle/>
        <a:p>
          <a:r>
            <a:rPr lang="en-MY"/>
            <a:t>Model-based reflex agents</a:t>
          </a:r>
        </a:p>
      </dgm:t>
    </dgm:pt>
    <dgm:pt modelId="{566B97DA-79EE-4D39-8CBE-4C385BF9EC76}" type="parTrans" cxnId="{064249FD-283A-4CAE-9865-6ADEBF3D47E6}">
      <dgm:prSet/>
      <dgm:spPr/>
      <dgm:t>
        <a:bodyPr/>
        <a:lstStyle/>
        <a:p>
          <a:endParaRPr lang="en-MY"/>
        </a:p>
      </dgm:t>
    </dgm:pt>
    <dgm:pt modelId="{7B94EA4C-8375-4AC7-945A-F2CAFC226410}" type="sibTrans" cxnId="{064249FD-283A-4CAE-9865-6ADEBF3D47E6}">
      <dgm:prSet/>
      <dgm:spPr/>
      <dgm:t>
        <a:bodyPr/>
        <a:lstStyle/>
        <a:p>
          <a:endParaRPr lang="en-MY"/>
        </a:p>
      </dgm:t>
    </dgm:pt>
    <dgm:pt modelId="{8FE24A8B-0A52-45B5-ACED-403136695A75}" type="pres">
      <dgm:prSet presAssocID="{D3324586-DD25-4946-AC98-18714A7F867A}" presName="linear" presStyleCnt="0">
        <dgm:presLayoutVars>
          <dgm:animLvl val="lvl"/>
          <dgm:resizeHandles val="exact"/>
        </dgm:presLayoutVars>
      </dgm:prSet>
      <dgm:spPr/>
    </dgm:pt>
    <dgm:pt modelId="{6B79B044-F7C7-4327-A84E-8CB7232C4315}" type="pres">
      <dgm:prSet presAssocID="{53C28C60-894F-49F5-953C-05F1892EE266}" presName="parentText" presStyleLbl="node1" presStyleIdx="0" presStyleCnt="1">
        <dgm:presLayoutVars>
          <dgm:chMax val="0"/>
          <dgm:bulletEnabled val="1"/>
        </dgm:presLayoutVars>
      </dgm:prSet>
      <dgm:spPr/>
    </dgm:pt>
  </dgm:ptLst>
  <dgm:cxnLst>
    <dgm:cxn modelId="{FADC831C-B5E9-4E91-8076-A792036311E3}" type="presOf" srcId="{53C28C60-894F-49F5-953C-05F1892EE266}" destId="{6B79B044-F7C7-4327-A84E-8CB7232C4315}" srcOrd="0" destOrd="0" presId="urn:microsoft.com/office/officeart/2005/8/layout/vList2"/>
    <dgm:cxn modelId="{840D6ADE-088B-4524-9784-10E9A2AE025A}" type="presOf" srcId="{D3324586-DD25-4946-AC98-18714A7F867A}" destId="{8FE24A8B-0A52-45B5-ACED-403136695A75}" srcOrd="0" destOrd="0" presId="urn:microsoft.com/office/officeart/2005/8/layout/vList2"/>
    <dgm:cxn modelId="{064249FD-283A-4CAE-9865-6ADEBF3D47E6}" srcId="{D3324586-DD25-4946-AC98-18714A7F867A}" destId="{53C28C60-894F-49F5-953C-05F1892EE266}" srcOrd="0" destOrd="0" parTransId="{566B97DA-79EE-4D39-8CBE-4C385BF9EC76}" sibTransId="{7B94EA4C-8375-4AC7-945A-F2CAFC226410}"/>
    <dgm:cxn modelId="{D45862BF-8884-4725-A158-2124C8DCD11B}" type="presParOf" srcId="{8FE24A8B-0A52-45B5-ACED-403136695A75}" destId="{6B79B044-F7C7-4327-A84E-8CB7232C431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6E9F2052-9053-462C-AA4E-7FEEB136FA0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9C8D88EC-F741-41AF-8115-A513A7A52238}">
      <dgm:prSet/>
      <dgm:spPr/>
      <dgm:t>
        <a:bodyPr/>
        <a:lstStyle/>
        <a:p>
          <a:r>
            <a:rPr lang="en-MY"/>
            <a:t>Model-based reflex agents</a:t>
          </a:r>
        </a:p>
      </dgm:t>
    </dgm:pt>
    <dgm:pt modelId="{91EF571B-6B75-41A0-AA63-020D5BCF2A09}" type="parTrans" cxnId="{8A18AA90-8F34-4105-B9D9-94FAEF855D93}">
      <dgm:prSet/>
      <dgm:spPr/>
      <dgm:t>
        <a:bodyPr/>
        <a:lstStyle/>
        <a:p>
          <a:endParaRPr lang="en-MY"/>
        </a:p>
      </dgm:t>
    </dgm:pt>
    <dgm:pt modelId="{BFA353E5-FB82-42BC-92D9-F48722F173F8}" type="sibTrans" cxnId="{8A18AA90-8F34-4105-B9D9-94FAEF855D93}">
      <dgm:prSet/>
      <dgm:spPr/>
      <dgm:t>
        <a:bodyPr/>
        <a:lstStyle/>
        <a:p>
          <a:endParaRPr lang="en-MY"/>
        </a:p>
      </dgm:t>
    </dgm:pt>
    <dgm:pt modelId="{011A8B69-17DD-4896-B58C-D08FF0EDD9F0}" type="pres">
      <dgm:prSet presAssocID="{6E9F2052-9053-462C-AA4E-7FEEB136FA00}" presName="linear" presStyleCnt="0">
        <dgm:presLayoutVars>
          <dgm:animLvl val="lvl"/>
          <dgm:resizeHandles val="exact"/>
        </dgm:presLayoutVars>
      </dgm:prSet>
      <dgm:spPr/>
    </dgm:pt>
    <dgm:pt modelId="{6DCCCF09-8984-48F2-BF01-59A7BC2EA82C}" type="pres">
      <dgm:prSet presAssocID="{9C8D88EC-F741-41AF-8115-A513A7A52238}" presName="parentText" presStyleLbl="node1" presStyleIdx="0" presStyleCnt="1">
        <dgm:presLayoutVars>
          <dgm:chMax val="0"/>
          <dgm:bulletEnabled val="1"/>
        </dgm:presLayoutVars>
      </dgm:prSet>
      <dgm:spPr/>
    </dgm:pt>
  </dgm:ptLst>
  <dgm:cxnLst>
    <dgm:cxn modelId="{DFE0C650-F478-42FC-9545-48BD8918FADB}" type="presOf" srcId="{9C8D88EC-F741-41AF-8115-A513A7A52238}" destId="{6DCCCF09-8984-48F2-BF01-59A7BC2EA82C}" srcOrd="0" destOrd="0" presId="urn:microsoft.com/office/officeart/2005/8/layout/vList2"/>
    <dgm:cxn modelId="{8A18AA90-8F34-4105-B9D9-94FAEF855D93}" srcId="{6E9F2052-9053-462C-AA4E-7FEEB136FA00}" destId="{9C8D88EC-F741-41AF-8115-A513A7A52238}" srcOrd="0" destOrd="0" parTransId="{91EF571B-6B75-41A0-AA63-020D5BCF2A09}" sibTransId="{BFA353E5-FB82-42BC-92D9-F48722F173F8}"/>
    <dgm:cxn modelId="{A205269F-4C4B-4313-82A4-1457D36886C3}" type="presOf" srcId="{6E9F2052-9053-462C-AA4E-7FEEB136FA00}" destId="{011A8B69-17DD-4896-B58C-D08FF0EDD9F0}" srcOrd="0" destOrd="0" presId="urn:microsoft.com/office/officeart/2005/8/layout/vList2"/>
    <dgm:cxn modelId="{5F132062-8B6C-4E69-8F64-4410A7C70D61}" type="presParOf" srcId="{011A8B69-17DD-4896-B58C-D08FF0EDD9F0}" destId="{6DCCCF09-8984-48F2-BF01-59A7BC2EA82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B3FB1F79-85E3-4CD3-9643-08F9E837B2E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3DC8BB99-E16E-42A4-9A86-2763F1E37951}">
      <dgm:prSet/>
      <dgm:spPr/>
      <dgm:t>
        <a:bodyPr/>
        <a:lstStyle/>
        <a:p>
          <a:r>
            <a:rPr lang="en-MY"/>
            <a:t>Goal-based agents</a:t>
          </a:r>
        </a:p>
      </dgm:t>
    </dgm:pt>
    <dgm:pt modelId="{E0CA2F1B-061A-45DB-A45A-7214BBA0E7F6}" type="parTrans" cxnId="{7AB1C5CC-8C5F-4A4C-B441-08EE9B91A936}">
      <dgm:prSet/>
      <dgm:spPr/>
      <dgm:t>
        <a:bodyPr/>
        <a:lstStyle/>
        <a:p>
          <a:endParaRPr lang="en-MY"/>
        </a:p>
      </dgm:t>
    </dgm:pt>
    <dgm:pt modelId="{2608FD57-139A-4A92-8E0C-371A9CBB49AE}" type="sibTrans" cxnId="{7AB1C5CC-8C5F-4A4C-B441-08EE9B91A936}">
      <dgm:prSet/>
      <dgm:spPr/>
      <dgm:t>
        <a:bodyPr/>
        <a:lstStyle/>
        <a:p>
          <a:endParaRPr lang="en-MY"/>
        </a:p>
      </dgm:t>
    </dgm:pt>
    <dgm:pt modelId="{681FF457-3F30-45A3-9683-A06B3DBC6223}" type="pres">
      <dgm:prSet presAssocID="{B3FB1F79-85E3-4CD3-9643-08F9E837B2E9}" presName="linear" presStyleCnt="0">
        <dgm:presLayoutVars>
          <dgm:animLvl val="lvl"/>
          <dgm:resizeHandles val="exact"/>
        </dgm:presLayoutVars>
      </dgm:prSet>
      <dgm:spPr/>
    </dgm:pt>
    <dgm:pt modelId="{DCC3E3FA-1E1D-443D-9550-F227D6F52688}" type="pres">
      <dgm:prSet presAssocID="{3DC8BB99-E16E-42A4-9A86-2763F1E37951}" presName="parentText" presStyleLbl="node1" presStyleIdx="0" presStyleCnt="1">
        <dgm:presLayoutVars>
          <dgm:chMax val="0"/>
          <dgm:bulletEnabled val="1"/>
        </dgm:presLayoutVars>
      </dgm:prSet>
      <dgm:spPr/>
    </dgm:pt>
  </dgm:ptLst>
  <dgm:cxnLst>
    <dgm:cxn modelId="{DDE8FB4A-5186-442B-9A04-59FC97AE13DC}" type="presOf" srcId="{3DC8BB99-E16E-42A4-9A86-2763F1E37951}" destId="{DCC3E3FA-1E1D-443D-9550-F227D6F52688}" srcOrd="0" destOrd="0" presId="urn:microsoft.com/office/officeart/2005/8/layout/vList2"/>
    <dgm:cxn modelId="{BB28C272-593A-4C40-B678-E5BD8B077193}" type="presOf" srcId="{B3FB1F79-85E3-4CD3-9643-08F9E837B2E9}" destId="{681FF457-3F30-45A3-9683-A06B3DBC6223}" srcOrd="0" destOrd="0" presId="urn:microsoft.com/office/officeart/2005/8/layout/vList2"/>
    <dgm:cxn modelId="{7AB1C5CC-8C5F-4A4C-B441-08EE9B91A936}" srcId="{B3FB1F79-85E3-4CD3-9643-08F9E837B2E9}" destId="{3DC8BB99-E16E-42A4-9A86-2763F1E37951}" srcOrd="0" destOrd="0" parTransId="{E0CA2F1B-061A-45DB-A45A-7214BBA0E7F6}" sibTransId="{2608FD57-139A-4A92-8E0C-371A9CBB49AE}"/>
    <dgm:cxn modelId="{D49B803D-B4A4-4F3C-9875-F487E80FD17E}" type="presParOf" srcId="{681FF457-3F30-45A3-9683-A06B3DBC6223}" destId="{DCC3E3FA-1E1D-443D-9550-F227D6F5268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E3F0E2D-967C-45AC-B031-27C8AE94B49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40CAA983-8186-4243-B2DD-BA5A2A94EFCF}">
      <dgm:prSet/>
      <dgm:spPr/>
      <dgm:t>
        <a:bodyPr/>
        <a:lstStyle/>
        <a:p>
          <a:r>
            <a:rPr lang="en-MY"/>
            <a:t>Utility-based agents</a:t>
          </a:r>
        </a:p>
      </dgm:t>
    </dgm:pt>
    <dgm:pt modelId="{FDED9D0F-B42C-4C4C-9955-C698B730BA7E}" type="parTrans" cxnId="{C3DEF434-4821-412E-9BDE-2129BD5DCC71}">
      <dgm:prSet/>
      <dgm:spPr/>
      <dgm:t>
        <a:bodyPr/>
        <a:lstStyle/>
        <a:p>
          <a:endParaRPr lang="en-MY"/>
        </a:p>
      </dgm:t>
    </dgm:pt>
    <dgm:pt modelId="{B362D425-B4E5-4B81-B08E-8FB7A9DE22EC}" type="sibTrans" cxnId="{C3DEF434-4821-412E-9BDE-2129BD5DCC71}">
      <dgm:prSet/>
      <dgm:spPr/>
      <dgm:t>
        <a:bodyPr/>
        <a:lstStyle/>
        <a:p>
          <a:endParaRPr lang="en-MY"/>
        </a:p>
      </dgm:t>
    </dgm:pt>
    <dgm:pt modelId="{3A8289FE-0719-49A2-B1D2-3F835C898909}" type="pres">
      <dgm:prSet presAssocID="{3E3F0E2D-967C-45AC-B031-27C8AE94B498}" presName="linear" presStyleCnt="0">
        <dgm:presLayoutVars>
          <dgm:animLvl val="lvl"/>
          <dgm:resizeHandles val="exact"/>
        </dgm:presLayoutVars>
      </dgm:prSet>
      <dgm:spPr/>
    </dgm:pt>
    <dgm:pt modelId="{1B42B0F8-2FB3-4937-ADCB-5F5D42B5A1A8}" type="pres">
      <dgm:prSet presAssocID="{40CAA983-8186-4243-B2DD-BA5A2A94EFCF}" presName="parentText" presStyleLbl="node1" presStyleIdx="0" presStyleCnt="1">
        <dgm:presLayoutVars>
          <dgm:chMax val="0"/>
          <dgm:bulletEnabled val="1"/>
        </dgm:presLayoutVars>
      </dgm:prSet>
      <dgm:spPr/>
    </dgm:pt>
  </dgm:ptLst>
  <dgm:cxnLst>
    <dgm:cxn modelId="{C3DEF434-4821-412E-9BDE-2129BD5DCC71}" srcId="{3E3F0E2D-967C-45AC-B031-27C8AE94B498}" destId="{40CAA983-8186-4243-B2DD-BA5A2A94EFCF}" srcOrd="0" destOrd="0" parTransId="{FDED9D0F-B42C-4C4C-9955-C698B730BA7E}" sibTransId="{B362D425-B4E5-4B81-B08E-8FB7A9DE22EC}"/>
    <dgm:cxn modelId="{461A5069-339E-4DCA-82B3-B3E563340A75}" type="presOf" srcId="{3E3F0E2D-967C-45AC-B031-27C8AE94B498}" destId="{3A8289FE-0719-49A2-B1D2-3F835C898909}" srcOrd="0" destOrd="0" presId="urn:microsoft.com/office/officeart/2005/8/layout/vList2"/>
    <dgm:cxn modelId="{DDEFD7A2-E427-4975-9FAD-9BF2B26E353C}" type="presOf" srcId="{40CAA983-8186-4243-B2DD-BA5A2A94EFCF}" destId="{1B42B0F8-2FB3-4937-ADCB-5F5D42B5A1A8}" srcOrd="0" destOrd="0" presId="urn:microsoft.com/office/officeart/2005/8/layout/vList2"/>
    <dgm:cxn modelId="{5EE6E6C4-9140-4CC6-BFDB-9B16C3F99181}" type="presParOf" srcId="{3A8289FE-0719-49A2-B1D2-3F835C898909}" destId="{1B42B0F8-2FB3-4937-ADCB-5F5D42B5A1A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AAC1E3A6-A95B-4D40-9C80-3852A34D43C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8C114299-17D3-4E10-960D-DEE9FB1F2B18}">
      <dgm:prSet/>
      <dgm:spPr/>
      <dgm:t>
        <a:bodyPr/>
        <a:lstStyle/>
        <a:p>
          <a:r>
            <a:rPr lang="en-MY"/>
            <a:t>Learning agents</a:t>
          </a:r>
        </a:p>
      </dgm:t>
    </dgm:pt>
    <dgm:pt modelId="{E86E5755-4FE3-46D5-9D9A-1E2B662C3478}" type="parTrans" cxnId="{FC36B3D9-710A-496F-973B-793A7A6EE4D3}">
      <dgm:prSet/>
      <dgm:spPr/>
      <dgm:t>
        <a:bodyPr/>
        <a:lstStyle/>
        <a:p>
          <a:endParaRPr lang="en-MY"/>
        </a:p>
      </dgm:t>
    </dgm:pt>
    <dgm:pt modelId="{4E3575E5-A2A1-47E9-94E7-6FD53DB9FC05}" type="sibTrans" cxnId="{FC36B3D9-710A-496F-973B-793A7A6EE4D3}">
      <dgm:prSet/>
      <dgm:spPr/>
      <dgm:t>
        <a:bodyPr/>
        <a:lstStyle/>
        <a:p>
          <a:endParaRPr lang="en-MY"/>
        </a:p>
      </dgm:t>
    </dgm:pt>
    <dgm:pt modelId="{5C9EAF4B-7120-4A41-8C61-9D933ADA686E}" type="pres">
      <dgm:prSet presAssocID="{AAC1E3A6-A95B-4D40-9C80-3852A34D43C9}" presName="linear" presStyleCnt="0">
        <dgm:presLayoutVars>
          <dgm:animLvl val="lvl"/>
          <dgm:resizeHandles val="exact"/>
        </dgm:presLayoutVars>
      </dgm:prSet>
      <dgm:spPr/>
    </dgm:pt>
    <dgm:pt modelId="{01FE8E42-49EC-43EC-89F4-5BF08155EF7B}" type="pres">
      <dgm:prSet presAssocID="{8C114299-17D3-4E10-960D-DEE9FB1F2B18}" presName="parentText" presStyleLbl="node1" presStyleIdx="0" presStyleCnt="1">
        <dgm:presLayoutVars>
          <dgm:chMax val="0"/>
          <dgm:bulletEnabled val="1"/>
        </dgm:presLayoutVars>
      </dgm:prSet>
      <dgm:spPr/>
    </dgm:pt>
  </dgm:ptLst>
  <dgm:cxnLst>
    <dgm:cxn modelId="{2B7A9DD4-5958-49AD-BDDE-6E199482A802}" type="presOf" srcId="{8C114299-17D3-4E10-960D-DEE9FB1F2B18}" destId="{01FE8E42-49EC-43EC-89F4-5BF08155EF7B}" srcOrd="0" destOrd="0" presId="urn:microsoft.com/office/officeart/2005/8/layout/vList2"/>
    <dgm:cxn modelId="{2FFFC2D8-E9E7-4E36-AA00-112B030D737E}" type="presOf" srcId="{AAC1E3A6-A95B-4D40-9C80-3852A34D43C9}" destId="{5C9EAF4B-7120-4A41-8C61-9D933ADA686E}" srcOrd="0" destOrd="0" presId="urn:microsoft.com/office/officeart/2005/8/layout/vList2"/>
    <dgm:cxn modelId="{FC36B3D9-710A-496F-973B-793A7A6EE4D3}" srcId="{AAC1E3A6-A95B-4D40-9C80-3852A34D43C9}" destId="{8C114299-17D3-4E10-960D-DEE9FB1F2B18}" srcOrd="0" destOrd="0" parTransId="{E86E5755-4FE3-46D5-9D9A-1E2B662C3478}" sibTransId="{4E3575E5-A2A1-47E9-94E7-6FD53DB9FC05}"/>
    <dgm:cxn modelId="{6FCE4C5D-A40A-42C6-BB8F-F8B2A40CD663}" type="presParOf" srcId="{5C9EAF4B-7120-4A41-8C61-9D933ADA686E}" destId="{01FE8E42-49EC-43EC-89F4-5BF08155EF7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9BE96DF7-FBEC-44BC-98A5-E6DD12D3673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AC460553-ED40-411E-925C-2F4AD35C8665}">
      <dgm:prSet/>
      <dgm:spPr/>
      <dgm:t>
        <a:bodyPr/>
        <a:lstStyle/>
        <a:p>
          <a:r>
            <a:rPr lang="en-MY"/>
            <a:t>AGENT ARCHITECTURES</a:t>
          </a:r>
        </a:p>
      </dgm:t>
    </dgm:pt>
    <dgm:pt modelId="{633BD04D-6A76-40C6-A811-41E02AA463B1}" type="parTrans" cxnId="{9EFFF0E3-3FDB-43AF-BB28-1C93FE9EF5C7}">
      <dgm:prSet/>
      <dgm:spPr/>
      <dgm:t>
        <a:bodyPr/>
        <a:lstStyle/>
        <a:p>
          <a:endParaRPr lang="en-MY"/>
        </a:p>
      </dgm:t>
    </dgm:pt>
    <dgm:pt modelId="{ED6D32F3-75FF-490E-AA77-5D05D9A2ED76}" type="sibTrans" cxnId="{9EFFF0E3-3FDB-43AF-BB28-1C93FE9EF5C7}">
      <dgm:prSet/>
      <dgm:spPr/>
      <dgm:t>
        <a:bodyPr/>
        <a:lstStyle/>
        <a:p>
          <a:endParaRPr lang="en-MY"/>
        </a:p>
      </dgm:t>
    </dgm:pt>
    <dgm:pt modelId="{7D7A946B-8E9E-4FD1-A1C6-D4C22014C92B}" type="pres">
      <dgm:prSet presAssocID="{9BE96DF7-FBEC-44BC-98A5-E6DD12D3673B}" presName="linear" presStyleCnt="0">
        <dgm:presLayoutVars>
          <dgm:animLvl val="lvl"/>
          <dgm:resizeHandles val="exact"/>
        </dgm:presLayoutVars>
      </dgm:prSet>
      <dgm:spPr/>
    </dgm:pt>
    <dgm:pt modelId="{9871B0F6-EBEC-49DB-A3FF-3330B3689DDA}" type="pres">
      <dgm:prSet presAssocID="{AC460553-ED40-411E-925C-2F4AD35C8665}" presName="parentText" presStyleLbl="node1" presStyleIdx="0" presStyleCnt="1">
        <dgm:presLayoutVars>
          <dgm:chMax val="0"/>
          <dgm:bulletEnabled val="1"/>
        </dgm:presLayoutVars>
      </dgm:prSet>
      <dgm:spPr/>
    </dgm:pt>
  </dgm:ptLst>
  <dgm:cxnLst>
    <dgm:cxn modelId="{9CF6A667-36D0-4452-AA36-D2541EF40668}" type="presOf" srcId="{9BE96DF7-FBEC-44BC-98A5-E6DD12D3673B}" destId="{7D7A946B-8E9E-4FD1-A1C6-D4C22014C92B}" srcOrd="0" destOrd="0" presId="urn:microsoft.com/office/officeart/2005/8/layout/vList2"/>
    <dgm:cxn modelId="{9EFFF0E3-3FDB-43AF-BB28-1C93FE9EF5C7}" srcId="{9BE96DF7-FBEC-44BC-98A5-E6DD12D3673B}" destId="{AC460553-ED40-411E-925C-2F4AD35C8665}" srcOrd="0" destOrd="0" parTransId="{633BD04D-6A76-40C6-A811-41E02AA463B1}" sibTransId="{ED6D32F3-75FF-490E-AA77-5D05D9A2ED76}"/>
    <dgm:cxn modelId="{9DB5B1F1-BA29-40DD-87C9-1670F0ABB517}" type="presOf" srcId="{AC460553-ED40-411E-925C-2F4AD35C8665}" destId="{9871B0F6-EBEC-49DB-A3FF-3330B3689DDA}" srcOrd="0" destOrd="0" presId="urn:microsoft.com/office/officeart/2005/8/layout/vList2"/>
    <dgm:cxn modelId="{4F113CCC-2AA5-466A-B113-70AAAD204762}" type="presParOf" srcId="{7D7A946B-8E9E-4FD1-A1C6-D4C22014C92B}" destId="{9871B0F6-EBEC-49DB-A3FF-3330B3689DD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D747D7D8-CC69-48C2-A915-470BACF9BC7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7D6C8E7B-27BD-4DB5-B2FA-0D097E52D338}">
      <dgm:prSet/>
      <dgm:spPr/>
      <dgm:t>
        <a:bodyPr/>
        <a:lstStyle/>
        <a:p>
          <a:r>
            <a:rPr lang="en-MY"/>
            <a:t>AGENT ARCHITECTURES</a:t>
          </a:r>
        </a:p>
      </dgm:t>
    </dgm:pt>
    <dgm:pt modelId="{C70C6CA6-F70C-4071-9C17-46CE6EB0B2AA}" type="parTrans" cxnId="{D5D667F0-0771-4155-B748-84334661BAD9}">
      <dgm:prSet/>
      <dgm:spPr/>
      <dgm:t>
        <a:bodyPr/>
        <a:lstStyle/>
        <a:p>
          <a:endParaRPr lang="en-MY"/>
        </a:p>
      </dgm:t>
    </dgm:pt>
    <dgm:pt modelId="{55816D8A-6438-4A37-82E1-85214136A5D5}" type="sibTrans" cxnId="{D5D667F0-0771-4155-B748-84334661BAD9}">
      <dgm:prSet/>
      <dgm:spPr/>
      <dgm:t>
        <a:bodyPr/>
        <a:lstStyle/>
        <a:p>
          <a:endParaRPr lang="en-MY"/>
        </a:p>
      </dgm:t>
    </dgm:pt>
    <dgm:pt modelId="{9E13EE40-FE19-4F33-A41C-CB2D595FBB6A}" type="pres">
      <dgm:prSet presAssocID="{D747D7D8-CC69-48C2-A915-470BACF9BC7B}" presName="linear" presStyleCnt="0">
        <dgm:presLayoutVars>
          <dgm:animLvl val="lvl"/>
          <dgm:resizeHandles val="exact"/>
        </dgm:presLayoutVars>
      </dgm:prSet>
      <dgm:spPr/>
    </dgm:pt>
    <dgm:pt modelId="{D6159A34-5726-4EA0-80DC-99E9E9C2DCBE}" type="pres">
      <dgm:prSet presAssocID="{7D6C8E7B-27BD-4DB5-B2FA-0D097E52D338}" presName="parentText" presStyleLbl="node1" presStyleIdx="0" presStyleCnt="1">
        <dgm:presLayoutVars>
          <dgm:chMax val="0"/>
          <dgm:bulletEnabled val="1"/>
        </dgm:presLayoutVars>
      </dgm:prSet>
      <dgm:spPr/>
    </dgm:pt>
  </dgm:ptLst>
  <dgm:cxnLst>
    <dgm:cxn modelId="{5784935D-9BFA-407A-BEEF-D27E3D028205}" type="presOf" srcId="{D747D7D8-CC69-48C2-A915-470BACF9BC7B}" destId="{9E13EE40-FE19-4F33-A41C-CB2D595FBB6A}" srcOrd="0" destOrd="0" presId="urn:microsoft.com/office/officeart/2005/8/layout/vList2"/>
    <dgm:cxn modelId="{39C3E17A-D49C-477B-A55E-AC3950870CA5}" type="presOf" srcId="{7D6C8E7B-27BD-4DB5-B2FA-0D097E52D338}" destId="{D6159A34-5726-4EA0-80DC-99E9E9C2DCBE}" srcOrd="0" destOrd="0" presId="urn:microsoft.com/office/officeart/2005/8/layout/vList2"/>
    <dgm:cxn modelId="{D5D667F0-0771-4155-B748-84334661BAD9}" srcId="{D747D7D8-CC69-48C2-A915-470BACF9BC7B}" destId="{7D6C8E7B-27BD-4DB5-B2FA-0D097E52D338}" srcOrd="0" destOrd="0" parTransId="{C70C6CA6-F70C-4071-9C17-46CE6EB0B2AA}" sibTransId="{55816D8A-6438-4A37-82E1-85214136A5D5}"/>
    <dgm:cxn modelId="{1B15EAC2-F7E9-4C81-9A4E-6597A3EF4F84}" type="presParOf" srcId="{9E13EE40-FE19-4F33-A41C-CB2D595FBB6A}" destId="{D6159A34-5726-4EA0-80DC-99E9E9C2DCB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CAF3DF26-FC32-4CFD-B52D-8984D8D3897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BB612C49-C1EB-4980-833A-9DE71BEE02D1}">
      <dgm:prSet/>
      <dgm:spPr/>
      <dgm:t>
        <a:bodyPr/>
        <a:lstStyle/>
        <a:p>
          <a:r>
            <a:rPr lang="en-MY"/>
            <a:t>AGENT ARCHITECTURES</a:t>
          </a:r>
        </a:p>
      </dgm:t>
    </dgm:pt>
    <dgm:pt modelId="{7BC5841B-0844-4B1C-921B-397E4E0DEFD9}" type="parTrans" cxnId="{6E5A568E-944E-4EF5-83FC-A809C4BC0DB6}">
      <dgm:prSet/>
      <dgm:spPr/>
      <dgm:t>
        <a:bodyPr/>
        <a:lstStyle/>
        <a:p>
          <a:endParaRPr lang="en-MY"/>
        </a:p>
      </dgm:t>
    </dgm:pt>
    <dgm:pt modelId="{1B56B0A4-B717-4D2E-893E-7A75701653FE}" type="sibTrans" cxnId="{6E5A568E-944E-4EF5-83FC-A809C4BC0DB6}">
      <dgm:prSet/>
      <dgm:spPr/>
      <dgm:t>
        <a:bodyPr/>
        <a:lstStyle/>
        <a:p>
          <a:endParaRPr lang="en-MY"/>
        </a:p>
      </dgm:t>
    </dgm:pt>
    <dgm:pt modelId="{B3701BA1-9905-4800-8FF3-3E9DA9A676DA}" type="pres">
      <dgm:prSet presAssocID="{CAF3DF26-FC32-4CFD-B52D-8984D8D3897F}" presName="linear" presStyleCnt="0">
        <dgm:presLayoutVars>
          <dgm:animLvl val="lvl"/>
          <dgm:resizeHandles val="exact"/>
        </dgm:presLayoutVars>
      </dgm:prSet>
      <dgm:spPr/>
    </dgm:pt>
    <dgm:pt modelId="{0173021C-056F-43A1-BB71-AA1FB8E26BB7}" type="pres">
      <dgm:prSet presAssocID="{BB612C49-C1EB-4980-833A-9DE71BEE02D1}" presName="parentText" presStyleLbl="node1" presStyleIdx="0" presStyleCnt="1">
        <dgm:presLayoutVars>
          <dgm:chMax val="0"/>
          <dgm:bulletEnabled val="1"/>
        </dgm:presLayoutVars>
      </dgm:prSet>
      <dgm:spPr/>
    </dgm:pt>
  </dgm:ptLst>
  <dgm:cxnLst>
    <dgm:cxn modelId="{6E5A568E-944E-4EF5-83FC-A809C4BC0DB6}" srcId="{CAF3DF26-FC32-4CFD-B52D-8984D8D3897F}" destId="{BB612C49-C1EB-4980-833A-9DE71BEE02D1}" srcOrd="0" destOrd="0" parTransId="{7BC5841B-0844-4B1C-921B-397E4E0DEFD9}" sibTransId="{1B56B0A4-B717-4D2E-893E-7A75701653FE}"/>
    <dgm:cxn modelId="{DEE57CB4-1E23-47EC-B968-BD215ED8348F}" type="presOf" srcId="{CAF3DF26-FC32-4CFD-B52D-8984D8D3897F}" destId="{B3701BA1-9905-4800-8FF3-3E9DA9A676DA}" srcOrd="0" destOrd="0" presId="urn:microsoft.com/office/officeart/2005/8/layout/vList2"/>
    <dgm:cxn modelId="{B6E487E5-8B09-4D92-BC1E-686D6F550976}" type="presOf" srcId="{BB612C49-C1EB-4980-833A-9DE71BEE02D1}" destId="{0173021C-056F-43A1-BB71-AA1FB8E26BB7}" srcOrd="0" destOrd="0" presId="urn:microsoft.com/office/officeart/2005/8/layout/vList2"/>
    <dgm:cxn modelId="{628DBD17-56C4-4382-97BB-32F5A6444217}" type="presParOf" srcId="{B3701BA1-9905-4800-8FF3-3E9DA9A676DA}" destId="{0173021C-056F-43A1-BB71-AA1FB8E26BB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56E98779-489F-4D5B-944F-F73A0ECCE31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MY"/>
        </a:p>
      </dgm:t>
    </dgm:pt>
    <dgm:pt modelId="{3B63E457-150F-4DF7-9904-3900BBD3F66D}">
      <dgm:prSet/>
      <dgm:spPr/>
      <dgm:t>
        <a:bodyPr/>
        <a:lstStyle/>
        <a:p>
          <a:r>
            <a:rPr lang="en-MY"/>
            <a:t>Readings</a:t>
          </a:r>
        </a:p>
      </dgm:t>
    </dgm:pt>
    <dgm:pt modelId="{7011EB4F-B29A-4442-9818-6BF1A3737ABD}" type="parTrans" cxnId="{12125CE4-50CE-478B-9F55-E410B4929DBA}">
      <dgm:prSet/>
      <dgm:spPr/>
      <dgm:t>
        <a:bodyPr/>
        <a:lstStyle/>
        <a:p>
          <a:endParaRPr lang="en-MY"/>
        </a:p>
      </dgm:t>
    </dgm:pt>
    <dgm:pt modelId="{B0F05241-65D4-496A-8A18-784CC5EBBA26}" type="sibTrans" cxnId="{12125CE4-50CE-478B-9F55-E410B4929DBA}">
      <dgm:prSet/>
      <dgm:spPr/>
      <dgm:t>
        <a:bodyPr/>
        <a:lstStyle/>
        <a:p>
          <a:endParaRPr lang="en-MY"/>
        </a:p>
      </dgm:t>
    </dgm:pt>
    <dgm:pt modelId="{0DDE55AF-F328-452C-85EC-A86760080739}" type="pres">
      <dgm:prSet presAssocID="{56E98779-489F-4D5B-944F-F73A0ECCE31A}" presName="linear" presStyleCnt="0">
        <dgm:presLayoutVars>
          <dgm:animLvl val="lvl"/>
          <dgm:resizeHandles val="exact"/>
        </dgm:presLayoutVars>
      </dgm:prSet>
      <dgm:spPr/>
    </dgm:pt>
    <dgm:pt modelId="{CF66CA00-7BCB-4D24-A07A-E6979ADB1D74}" type="pres">
      <dgm:prSet presAssocID="{3B63E457-150F-4DF7-9904-3900BBD3F66D}" presName="parentText" presStyleLbl="node1" presStyleIdx="0" presStyleCnt="1">
        <dgm:presLayoutVars>
          <dgm:chMax val="0"/>
          <dgm:bulletEnabled val="1"/>
        </dgm:presLayoutVars>
      </dgm:prSet>
      <dgm:spPr/>
    </dgm:pt>
  </dgm:ptLst>
  <dgm:cxnLst>
    <dgm:cxn modelId="{1FFBB503-C116-4899-92C4-B0C5034BD438}" type="presOf" srcId="{56E98779-489F-4D5B-944F-F73A0ECCE31A}" destId="{0DDE55AF-F328-452C-85EC-A86760080739}" srcOrd="0" destOrd="0" presId="urn:microsoft.com/office/officeart/2005/8/layout/vList2"/>
    <dgm:cxn modelId="{12125CE4-50CE-478B-9F55-E410B4929DBA}" srcId="{56E98779-489F-4D5B-944F-F73A0ECCE31A}" destId="{3B63E457-150F-4DF7-9904-3900BBD3F66D}" srcOrd="0" destOrd="0" parTransId="{7011EB4F-B29A-4442-9818-6BF1A3737ABD}" sibTransId="{B0F05241-65D4-496A-8A18-784CC5EBBA26}"/>
    <dgm:cxn modelId="{6DE631FD-0D20-489A-B6A1-97F7715C5BD0}" type="presOf" srcId="{3B63E457-150F-4DF7-9904-3900BBD3F66D}" destId="{CF66CA00-7BCB-4D24-A07A-E6979ADB1D74}" srcOrd="0" destOrd="0" presId="urn:microsoft.com/office/officeart/2005/8/layout/vList2"/>
    <dgm:cxn modelId="{43EFFF83-8ADC-4230-B677-186D4C5C9AEF}" type="presParOf" srcId="{0DDE55AF-F328-452C-85EC-A86760080739}" destId="{CF66CA00-7BCB-4D24-A07A-E6979ADB1D74}"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142ADB-A906-460A-AABA-C9B79FE2B6E3}">
      <dsp:nvSpPr>
        <dsp:cNvPr id="0" name=""/>
        <dsp:cNvSpPr/>
      </dsp:nvSpPr>
      <dsp:spPr>
        <a:xfrm>
          <a:off x="0" y="3193"/>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MY" sz="5500" kern="1200"/>
            <a:t>Intelligent Agents</a:t>
          </a:r>
        </a:p>
      </dsp:txBody>
      <dsp:txXfrm>
        <a:off x="64397" y="67590"/>
        <a:ext cx="10386806" cy="11903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7EBA5-143E-4D1F-B571-A61E35392B0F}">
      <dsp:nvSpPr>
        <dsp:cNvPr id="0" name=""/>
        <dsp:cNvSpPr/>
      </dsp:nvSpPr>
      <dsp:spPr>
        <a:xfrm>
          <a:off x="0" y="138271"/>
          <a:ext cx="105156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MY" sz="3100" kern="1200"/>
            <a:t>Agents and environments</a:t>
          </a:r>
        </a:p>
      </dsp:txBody>
      <dsp:txXfrm>
        <a:off x="36296" y="174567"/>
        <a:ext cx="10443008" cy="670943"/>
      </dsp:txXfrm>
    </dsp:sp>
    <dsp:sp modelId="{9D9B1F21-F857-436C-BDF6-11A1FACBC670}">
      <dsp:nvSpPr>
        <dsp:cNvPr id="0" name=""/>
        <dsp:cNvSpPr/>
      </dsp:nvSpPr>
      <dsp:spPr>
        <a:xfrm>
          <a:off x="0" y="971086"/>
          <a:ext cx="105156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MY" sz="3100" kern="1200"/>
            <a:t>Rationality</a:t>
          </a:r>
        </a:p>
      </dsp:txBody>
      <dsp:txXfrm>
        <a:off x="36296" y="1007382"/>
        <a:ext cx="10443008" cy="670943"/>
      </dsp:txXfrm>
    </dsp:sp>
    <dsp:sp modelId="{6066EBDE-5AE4-4470-A135-7D0A15BFE485}">
      <dsp:nvSpPr>
        <dsp:cNvPr id="0" name=""/>
        <dsp:cNvSpPr/>
      </dsp:nvSpPr>
      <dsp:spPr>
        <a:xfrm>
          <a:off x="0" y="1803901"/>
          <a:ext cx="105156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MY" sz="3100" kern="1200"/>
            <a:t>PEAS (Performance measure, Environment, Actuators, Sensors)</a:t>
          </a:r>
        </a:p>
      </dsp:txBody>
      <dsp:txXfrm>
        <a:off x="36296" y="1840197"/>
        <a:ext cx="10443008" cy="670943"/>
      </dsp:txXfrm>
    </dsp:sp>
    <dsp:sp modelId="{A11C88ED-166E-4A60-87E5-1BFE7410F72C}">
      <dsp:nvSpPr>
        <dsp:cNvPr id="0" name=""/>
        <dsp:cNvSpPr/>
      </dsp:nvSpPr>
      <dsp:spPr>
        <a:xfrm>
          <a:off x="0" y="2636716"/>
          <a:ext cx="105156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MY" sz="3100" kern="1200"/>
            <a:t>Environment types</a:t>
          </a:r>
        </a:p>
      </dsp:txBody>
      <dsp:txXfrm>
        <a:off x="36296" y="2673012"/>
        <a:ext cx="10443008" cy="670943"/>
      </dsp:txXfrm>
    </dsp:sp>
    <dsp:sp modelId="{B274DAE4-EA22-4F21-898B-9659DFE22B4B}">
      <dsp:nvSpPr>
        <dsp:cNvPr id="0" name=""/>
        <dsp:cNvSpPr/>
      </dsp:nvSpPr>
      <dsp:spPr>
        <a:xfrm>
          <a:off x="0" y="3469531"/>
          <a:ext cx="105156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MY" sz="3100" kern="1200"/>
            <a:t>Agent types</a:t>
          </a:r>
        </a:p>
      </dsp:txBody>
      <dsp:txXfrm>
        <a:off x="36296" y="3505827"/>
        <a:ext cx="10443008" cy="6709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FF8F78-6DD4-4ED1-97D8-F4C55EBE295C}">
      <dsp:nvSpPr>
        <dsp:cNvPr id="0" name=""/>
        <dsp:cNvSpPr/>
      </dsp:nvSpPr>
      <dsp:spPr>
        <a:xfrm>
          <a:off x="0" y="3193"/>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MY" sz="5500" kern="1200" dirty="0"/>
            <a:t>Agents</a:t>
          </a:r>
        </a:p>
      </dsp:txBody>
      <dsp:txXfrm>
        <a:off x="64397" y="67590"/>
        <a:ext cx="10386806" cy="11903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25398-5295-4D3C-971D-76B22F9B645D}">
      <dsp:nvSpPr>
        <dsp:cNvPr id="0" name=""/>
        <dsp:cNvSpPr/>
      </dsp:nvSpPr>
      <dsp:spPr>
        <a:xfrm>
          <a:off x="5134" y="1004264"/>
          <a:ext cx="1591716" cy="2342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An agent is anything that can be viewed as perceiving its environment through sensors and acting upon that environment through actuators</a:t>
          </a:r>
          <a:endParaRPr lang="en-MY" sz="1500" kern="1200"/>
        </a:p>
      </dsp:txBody>
      <dsp:txXfrm>
        <a:off x="51754" y="1050884"/>
        <a:ext cx="1498476" cy="2249568"/>
      </dsp:txXfrm>
    </dsp:sp>
    <dsp:sp modelId="{ED7C41A3-F86A-496C-9BDB-1E2B39D6CC53}">
      <dsp:nvSpPr>
        <dsp:cNvPr id="0" name=""/>
        <dsp:cNvSpPr/>
      </dsp:nvSpPr>
      <dsp:spPr>
        <a:xfrm>
          <a:off x="1756023" y="1978296"/>
          <a:ext cx="337443" cy="3947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MY" sz="1200" kern="1200"/>
        </a:p>
      </dsp:txBody>
      <dsp:txXfrm>
        <a:off x="1756023" y="2057245"/>
        <a:ext cx="236210" cy="236847"/>
      </dsp:txXfrm>
    </dsp:sp>
    <dsp:sp modelId="{C9895A01-7887-44D9-9B64-5FB5F9C62F6C}">
      <dsp:nvSpPr>
        <dsp:cNvPr id="0" name=""/>
        <dsp:cNvSpPr/>
      </dsp:nvSpPr>
      <dsp:spPr>
        <a:xfrm>
          <a:off x="2233538" y="1004264"/>
          <a:ext cx="1591716" cy="2342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Human agent: eyes, ears, and other organs for sensors; hands,</a:t>
          </a:r>
          <a:endParaRPr lang="en-MY" sz="1500" kern="1200"/>
        </a:p>
      </dsp:txBody>
      <dsp:txXfrm>
        <a:off x="2280158" y="1050884"/>
        <a:ext cx="1498476" cy="2249568"/>
      </dsp:txXfrm>
    </dsp:sp>
    <dsp:sp modelId="{FDFE1FF6-B7BF-4532-913E-97950CD737CF}">
      <dsp:nvSpPr>
        <dsp:cNvPr id="0" name=""/>
        <dsp:cNvSpPr/>
      </dsp:nvSpPr>
      <dsp:spPr>
        <a:xfrm>
          <a:off x="3984426" y="1978296"/>
          <a:ext cx="337443" cy="3947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MY" sz="1200" kern="1200"/>
        </a:p>
      </dsp:txBody>
      <dsp:txXfrm>
        <a:off x="3984426" y="2057245"/>
        <a:ext cx="236210" cy="236847"/>
      </dsp:txXfrm>
    </dsp:sp>
    <dsp:sp modelId="{80B8D5C4-2B22-40C7-9F78-6B74D7FBFCED}">
      <dsp:nvSpPr>
        <dsp:cNvPr id="0" name=""/>
        <dsp:cNvSpPr/>
      </dsp:nvSpPr>
      <dsp:spPr>
        <a:xfrm>
          <a:off x="4461941" y="1004264"/>
          <a:ext cx="1591716" cy="2342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legs, mouth, and other body parts for actuators</a:t>
          </a:r>
          <a:endParaRPr lang="en-MY" sz="1500" kern="1200"/>
        </a:p>
      </dsp:txBody>
      <dsp:txXfrm>
        <a:off x="4508561" y="1050884"/>
        <a:ext cx="1498476" cy="2249568"/>
      </dsp:txXfrm>
    </dsp:sp>
    <dsp:sp modelId="{22C8B371-A83F-41A7-B0EA-F6E6A920B414}">
      <dsp:nvSpPr>
        <dsp:cNvPr id="0" name=""/>
        <dsp:cNvSpPr/>
      </dsp:nvSpPr>
      <dsp:spPr>
        <a:xfrm>
          <a:off x="6212830" y="1978296"/>
          <a:ext cx="337443" cy="3947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MY" sz="1200" kern="1200"/>
        </a:p>
      </dsp:txBody>
      <dsp:txXfrm>
        <a:off x="6212830" y="2057245"/>
        <a:ext cx="236210" cy="236847"/>
      </dsp:txXfrm>
    </dsp:sp>
    <dsp:sp modelId="{9B0EA557-863B-4560-9D7F-BBE9561C1D75}">
      <dsp:nvSpPr>
        <dsp:cNvPr id="0" name=""/>
        <dsp:cNvSpPr/>
      </dsp:nvSpPr>
      <dsp:spPr>
        <a:xfrm>
          <a:off x="6690345" y="1004264"/>
          <a:ext cx="1591716" cy="2342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Robotic agent: cameras and infrared range finders for sensors;</a:t>
          </a:r>
          <a:endParaRPr lang="en-MY" sz="1500" kern="1200"/>
        </a:p>
      </dsp:txBody>
      <dsp:txXfrm>
        <a:off x="6736965" y="1050884"/>
        <a:ext cx="1498476" cy="2249568"/>
      </dsp:txXfrm>
    </dsp:sp>
    <dsp:sp modelId="{CF883382-F9B1-41DC-BAC9-254D153DA0CA}">
      <dsp:nvSpPr>
        <dsp:cNvPr id="0" name=""/>
        <dsp:cNvSpPr/>
      </dsp:nvSpPr>
      <dsp:spPr>
        <a:xfrm>
          <a:off x="8441233" y="1978296"/>
          <a:ext cx="337443" cy="3947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MY" sz="1200" kern="1200"/>
        </a:p>
      </dsp:txBody>
      <dsp:txXfrm>
        <a:off x="8441233" y="2057245"/>
        <a:ext cx="236210" cy="236847"/>
      </dsp:txXfrm>
    </dsp:sp>
    <dsp:sp modelId="{AFCE017D-CF70-49CA-98A2-B89D3B8327E3}">
      <dsp:nvSpPr>
        <dsp:cNvPr id="0" name=""/>
        <dsp:cNvSpPr/>
      </dsp:nvSpPr>
      <dsp:spPr>
        <a:xfrm>
          <a:off x="8918748" y="1004264"/>
          <a:ext cx="1591716" cy="2342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various motors for actuators</a:t>
          </a:r>
          <a:endParaRPr lang="en-MY" sz="1500" kern="1200"/>
        </a:p>
      </dsp:txBody>
      <dsp:txXfrm>
        <a:off x="8965368" y="1050884"/>
        <a:ext cx="1498476" cy="22495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9E7732-E910-411B-B2EC-3857AC53956D}">
      <dsp:nvSpPr>
        <dsp:cNvPr id="0" name=""/>
        <dsp:cNvSpPr/>
      </dsp:nvSpPr>
      <dsp:spPr>
        <a:xfrm>
          <a:off x="0" y="3193"/>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MY" sz="5500" kern="1200"/>
            <a:t>Agents and environments</a:t>
          </a:r>
        </a:p>
      </dsp:txBody>
      <dsp:txXfrm>
        <a:off x="64397" y="67590"/>
        <a:ext cx="10386806" cy="11903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A7011-0C17-4B72-ABA5-7F49F6C39300}">
      <dsp:nvSpPr>
        <dsp:cNvPr id="0" name=""/>
        <dsp:cNvSpPr/>
      </dsp:nvSpPr>
      <dsp:spPr>
        <a:xfrm>
          <a:off x="0" y="3193"/>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MY" sz="5500" kern="1200"/>
            <a:t>Vacuum-cleaner world</a:t>
          </a:r>
        </a:p>
      </dsp:txBody>
      <dsp:txXfrm>
        <a:off x="64397" y="67590"/>
        <a:ext cx="10386806" cy="11903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5EA603-0811-4A65-9890-4C4F8262D6D2}">
      <dsp:nvSpPr>
        <dsp:cNvPr id="0" name=""/>
        <dsp:cNvSpPr/>
      </dsp:nvSpPr>
      <dsp:spPr>
        <a:xfrm>
          <a:off x="0" y="3193"/>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MY" sz="5500" kern="1200"/>
            <a:t>Rational agents</a:t>
          </a:r>
        </a:p>
      </dsp:txBody>
      <dsp:txXfrm>
        <a:off x="64397" y="67590"/>
        <a:ext cx="10386806" cy="11903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B8A675-94DF-44A7-B2B5-A5301ECBBE88}">
      <dsp:nvSpPr>
        <dsp:cNvPr id="0" name=""/>
        <dsp:cNvSpPr/>
      </dsp:nvSpPr>
      <dsp:spPr>
        <a:xfrm>
          <a:off x="0" y="0"/>
          <a:ext cx="4351338" cy="435133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D3FD88-3F16-4175-A540-FE9B6C542344}">
      <dsp:nvSpPr>
        <dsp:cNvPr id="0" name=""/>
        <dsp:cNvSpPr/>
      </dsp:nvSpPr>
      <dsp:spPr>
        <a:xfrm>
          <a:off x="2175669" y="0"/>
          <a:ext cx="8339931" cy="435133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An agent should strive to "do the right thing", based on what it can perceive and the actions it can perform. The right action is the one that will cause the agent to be most successful</a:t>
          </a:r>
          <a:endParaRPr lang="en-MY" sz="2500" kern="1200"/>
        </a:p>
      </dsp:txBody>
      <dsp:txXfrm>
        <a:off x="2175669" y="0"/>
        <a:ext cx="8339931" cy="1305404"/>
      </dsp:txXfrm>
    </dsp:sp>
    <dsp:sp modelId="{976D38F8-F1C2-4DA9-B2A3-4AB00D3847C3}">
      <dsp:nvSpPr>
        <dsp:cNvPr id="0" name=""/>
        <dsp:cNvSpPr/>
      </dsp:nvSpPr>
      <dsp:spPr>
        <a:xfrm>
          <a:off x="761485" y="1305404"/>
          <a:ext cx="2828366" cy="282836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A8CFF1-8218-4A87-BD48-3F6FE2D451A9}">
      <dsp:nvSpPr>
        <dsp:cNvPr id="0" name=""/>
        <dsp:cNvSpPr/>
      </dsp:nvSpPr>
      <dsp:spPr>
        <a:xfrm>
          <a:off x="2175669" y="1305404"/>
          <a:ext cx="8339931" cy="282836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Performance measure: An objective criterion for success of an agent's behavior</a:t>
          </a:r>
          <a:endParaRPr lang="en-MY" sz="2500" kern="1200"/>
        </a:p>
      </dsp:txBody>
      <dsp:txXfrm>
        <a:off x="2175669" y="1305404"/>
        <a:ext cx="8339931" cy="1305399"/>
      </dsp:txXfrm>
    </dsp:sp>
    <dsp:sp modelId="{60434B6A-615A-4947-85DA-DF96A294BC54}">
      <dsp:nvSpPr>
        <dsp:cNvPr id="0" name=""/>
        <dsp:cNvSpPr/>
      </dsp:nvSpPr>
      <dsp:spPr>
        <a:xfrm>
          <a:off x="1522968" y="2610804"/>
          <a:ext cx="1305400" cy="130540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149424-A06E-4E1D-BF07-AEB9EC7603CC}">
      <dsp:nvSpPr>
        <dsp:cNvPr id="0" name=""/>
        <dsp:cNvSpPr/>
      </dsp:nvSpPr>
      <dsp:spPr>
        <a:xfrm>
          <a:off x="2175669" y="2610804"/>
          <a:ext cx="8339931" cy="1305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E.g., performance measure of a vacuum-cleaner agent could be amount of dirt cleaned up, amount of time taken, amount of electricity consumed, amount of noise generated, etc.</a:t>
          </a:r>
          <a:endParaRPr lang="en-MY" sz="2500" kern="1200"/>
        </a:p>
      </dsp:txBody>
      <dsp:txXfrm>
        <a:off x="2175669" y="2610804"/>
        <a:ext cx="8339931" cy="13054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6501D-8CF6-492D-84B0-EB2CC00E3DD7}">
      <dsp:nvSpPr>
        <dsp:cNvPr id="0" name=""/>
        <dsp:cNvSpPr/>
      </dsp:nvSpPr>
      <dsp:spPr>
        <a:xfrm>
          <a:off x="0" y="1333"/>
          <a:ext cx="10515600" cy="12232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MY" sz="5100" kern="1200" dirty="0"/>
            <a:t>Rational agents</a:t>
          </a:r>
        </a:p>
      </dsp:txBody>
      <dsp:txXfrm>
        <a:off x="59713" y="61046"/>
        <a:ext cx="10396174" cy="110380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AAD8D-049C-4F93-B4AB-CBADE578544A}">
      <dsp:nvSpPr>
        <dsp:cNvPr id="0" name=""/>
        <dsp:cNvSpPr/>
      </dsp:nvSpPr>
      <dsp:spPr>
        <a:xfrm>
          <a:off x="0" y="0"/>
          <a:ext cx="2368289" cy="236828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03BC75-9332-4CE4-9E2A-D3E7315CE684}">
      <dsp:nvSpPr>
        <dsp:cNvPr id="0" name=""/>
        <dsp:cNvSpPr/>
      </dsp:nvSpPr>
      <dsp:spPr>
        <a:xfrm>
          <a:off x="1184144" y="0"/>
          <a:ext cx="9331455" cy="236828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a:t>Rational Agent: For each possible percept sequence, a rational agent should select an action that is expected to maximize its performance measure, given the evidence provided by the percept sequence and whatever built-in knowledge the agent has.</a:t>
          </a:r>
        </a:p>
      </dsp:txBody>
      <dsp:txXfrm>
        <a:off x="1184144" y="0"/>
        <a:ext cx="9331455" cy="23682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703428-FD8C-4F72-BC38-8150113B7069}">
      <dsp:nvSpPr>
        <dsp:cNvPr id="0" name=""/>
        <dsp:cNvSpPr/>
      </dsp:nvSpPr>
      <dsp:spPr>
        <a:xfrm>
          <a:off x="0" y="0"/>
          <a:ext cx="10506767" cy="1254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MY" sz="5100" kern="1200" dirty="0"/>
            <a:t>Rational agents</a:t>
          </a:r>
        </a:p>
      </dsp:txBody>
      <dsp:txXfrm>
        <a:off x="61256" y="61256"/>
        <a:ext cx="10384255" cy="113231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68F398-4606-4254-BE73-F93E974FB5F4}">
      <dsp:nvSpPr>
        <dsp:cNvPr id="0" name=""/>
        <dsp:cNvSpPr/>
      </dsp:nvSpPr>
      <dsp:spPr>
        <a:xfrm>
          <a:off x="6787" y="1406205"/>
          <a:ext cx="2028594" cy="25614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a:t>Rationality is distinct from omniscience (all-knowing with infinite knowledge)</a:t>
          </a:r>
        </a:p>
      </dsp:txBody>
      <dsp:txXfrm>
        <a:off x="66202" y="1465620"/>
        <a:ext cx="1909764" cy="2442666"/>
      </dsp:txXfrm>
    </dsp:sp>
    <dsp:sp modelId="{73064EB5-BA36-4F97-9CCE-277AAA9E8961}">
      <dsp:nvSpPr>
        <dsp:cNvPr id="0" name=""/>
        <dsp:cNvSpPr/>
      </dsp:nvSpPr>
      <dsp:spPr>
        <a:xfrm>
          <a:off x="2238241" y="2435407"/>
          <a:ext cx="430062" cy="5030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MY" sz="1400" kern="1200"/>
        </a:p>
      </dsp:txBody>
      <dsp:txXfrm>
        <a:off x="2238241" y="2536025"/>
        <a:ext cx="301043" cy="301855"/>
      </dsp:txXfrm>
    </dsp:sp>
    <dsp:sp modelId="{A614B593-BFDE-4044-AAD3-2DDE2822B778}">
      <dsp:nvSpPr>
        <dsp:cNvPr id="0" name=""/>
        <dsp:cNvSpPr/>
      </dsp:nvSpPr>
      <dsp:spPr>
        <a:xfrm>
          <a:off x="2846819" y="1406205"/>
          <a:ext cx="2028594" cy="25614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dirty="0"/>
            <a:t>Agents can perform actions in order to modify future precepts so as to obtain useful information (information gathering, exploration)</a:t>
          </a:r>
        </a:p>
      </dsp:txBody>
      <dsp:txXfrm>
        <a:off x="2906234" y="1465620"/>
        <a:ext cx="1909764" cy="2442666"/>
      </dsp:txXfrm>
    </dsp:sp>
    <dsp:sp modelId="{CF9111EA-E3DB-4BCA-A544-0AB627E03DBD}">
      <dsp:nvSpPr>
        <dsp:cNvPr id="0" name=""/>
        <dsp:cNvSpPr/>
      </dsp:nvSpPr>
      <dsp:spPr>
        <a:xfrm>
          <a:off x="5078273" y="2435407"/>
          <a:ext cx="430062" cy="5030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MY" sz="1400" kern="1200"/>
        </a:p>
      </dsp:txBody>
      <dsp:txXfrm>
        <a:off x="5078273" y="2536025"/>
        <a:ext cx="301043" cy="301855"/>
      </dsp:txXfrm>
    </dsp:sp>
    <dsp:sp modelId="{30BD2552-F153-4013-840F-6B2B82034687}">
      <dsp:nvSpPr>
        <dsp:cNvPr id="0" name=""/>
        <dsp:cNvSpPr/>
      </dsp:nvSpPr>
      <dsp:spPr>
        <a:xfrm>
          <a:off x="5686852" y="1406205"/>
          <a:ext cx="2028594" cy="25614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dirty="0"/>
            <a:t>An agent is autonomous if its behaviour is determined by its own experience (with ability to learn and adapt)</a:t>
          </a:r>
        </a:p>
      </dsp:txBody>
      <dsp:txXfrm>
        <a:off x="5746267" y="1465620"/>
        <a:ext cx="1909764" cy="244266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9DB5F3-6AF4-45F4-8B89-11E18019299D}">
      <dsp:nvSpPr>
        <dsp:cNvPr id="0" name=""/>
        <dsp:cNvSpPr/>
      </dsp:nvSpPr>
      <dsp:spPr>
        <a:xfrm>
          <a:off x="0" y="540"/>
          <a:ext cx="10511118" cy="1018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MY" sz="5400" kern="1200" dirty="0"/>
            <a:t>PEAS</a:t>
          </a:r>
        </a:p>
      </dsp:txBody>
      <dsp:txXfrm>
        <a:off x="49725" y="50265"/>
        <a:ext cx="10411668" cy="91918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FF83D8-5104-4ADD-9E81-A32367E7B716}">
      <dsp:nvSpPr>
        <dsp:cNvPr id="0" name=""/>
        <dsp:cNvSpPr/>
      </dsp:nvSpPr>
      <dsp:spPr>
        <a:xfrm>
          <a:off x="0" y="0"/>
          <a:ext cx="3867523" cy="386752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545E39-1AAA-461F-92B3-CB6C5DA04ECD}">
      <dsp:nvSpPr>
        <dsp:cNvPr id="0" name=""/>
        <dsp:cNvSpPr/>
      </dsp:nvSpPr>
      <dsp:spPr>
        <a:xfrm>
          <a:off x="1933761" y="0"/>
          <a:ext cx="6127451" cy="386752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MY" sz="2200" kern="1200"/>
            <a:t>PEAS: Performance measure, Environment, Actuators, Sensors</a:t>
          </a:r>
        </a:p>
      </dsp:txBody>
      <dsp:txXfrm>
        <a:off x="1933761" y="0"/>
        <a:ext cx="3063725" cy="1160259"/>
      </dsp:txXfrm>
    </dsp:sp>
    <dsp:sp modelId="{C2F66C5A-8B6C-4AFB-88B1-063D29D2DD37}">
      <dsp:nvSpPr>
        <dsp:cNvPr id="0" name=""/>
        <dsp:cNvSpPr/>
      </dsp:nvSpPr>
      <dsp:spPr>
        <a:xfrm>
          <a:off x="676817" y="1160259"/>
          <a:ext cx="2513887" cy="251388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7C97FA-6F33-4FDA-9956-2EAD3A02E4E7}">
      <dsp:nvSpPr>
        <dsp:cNvPr id="0" name=""/>
        <dsp:cNvSpPr/>
      </dsp:nvSpPr>
      <dsp:spPr>
        <a:xfrm>
          <a:off x="1933761" y="1160259"/>
          <a:ext cx="6127451" cy="25138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MY" sz="2200" kern="1200"/>
            <a:t>Must first specify the setting for intelligent agent design</a:t>
          </a:r>
        </a:p>
      </dsp:txBody>
      <dsp:txXfrm>
        <a:off x="1933761" y="1160259"/>
        <a:ext cx="3063725" cy="1160255"/>
      </dsp:txXfrm>
    </dsp:sp>
    <dsp:sp modelId="{D0D9BB9A-B984-4533-AFC1-83D8E61D2D3E}">
      <dsp:nvSpPr>
        <dsp:cNvPr id="0" name=""/>
        <dsp:cNvSpPr/>
      </dsp:nvSpPr>
      <dsp:spPr>
        <a:xfrm>
          <a:off x="1353633" y="2320514"/>
          <a:ext cx="1160255" cy="116025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D6446-3DB1-42F8-8EA0-FC568B9BD0EC}">
      <dsp:nvSpPr>
        <dsp:cNvPr id="0" name=""/>
        <dsp:cNvSpPr/>
      </dsp:nvSpPr>
      <dsp:spPr>
        <a:xfrm>
          <a:off x="1933761" y="2320514"/>
          <a:ext cx="6127451" cy="116025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MY" sz="2200" kern="1200"/>
            <a:t>Consider, e.g., the task of designing an automated taxi driver:</a:t>
          </a:r>
        </a:p>
      </dsp:txBody>
      <dsp:txXfrm>
        <a:off x="1933761" y="2320514"/>
        <a:ext cx="3063725" cy="1160255"/>
      </dsp:txXfrm>
    </dsp:sp>
    <dsp:sp modelId="{AE008175-2740-482F-9D5B-00A3C5BDBC90}">
      <dsp:nvSpPr>
        <dsp:cNvPr id="0" name=""/>
        <dsp:cNvSpPr/>
      </dsp:nvSpPr>
      <dsp:spPr>
        <a:xfrm>
          <a:off x="4997487" y="2320514"/>
          <a:ext cx="3063725" cy="116025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MY" sz="1600" kern="1200" dirty="0"/>
            <a:t>Performance measure</a:t>
          </a:r>
        </a:p>
        <a:p>
          <a:pPr marL="171450" lvl="1" indent="-171450" algn="l" defTabSz="711200">
            <a:lnSpc>
              <a:spcPct val="90000"/>
            </a:lnSpc>
            <a:spcBef>
              <a:spcPct val="0"/>
            </a:spcBef>
            <a:spcAft>
              <a:spcPct val="15000"/>
            </a:spcAft>
            <a:buChar char="•"/>
          </a:pPr>
          <a:r>
            <a:rPr lang="en-MY" sz="1600" kern="1200" dirty="0"/>
            <a:t>Environment</a:t>
          </a:r>
        </a:p>
        <a:p>
          <a:pPr marL="171450" lvl="1" indent="-171450" algn="l" defTabSz="711200">
            <a:lnSpc>
              <a:spcPct val="90000"/>
            </a:lnSpc>
            <a:spcBef>
              <a:spcPct val="0"/>
            </a:spcBef>
            <a:spcAft>
              <a:spcPct val="15000"/>
            </a:spcAft>
            <a:buChar char="•"/>
          </a:pPr>
          <a:r>
            <a:rPr lang="en-MY" sz="1600" kern="1200" dirty="0"/>
            <a:t>Actuators</a:t>
          </a:r>
        </a:p>
        <a:p>
          <a:pPr marL="171450" lvl="1" indent="-171450" algn="l" defTabSz="711200">
            <a:lnSpc>
              <a:spcPct val="90000"/>
            </a:lnSpc>
            <a:spcBef>
              <a:spcPct val="0"/>
            </a:spcBef>
            <a:spcAft>
              <a:spcPct val="15000"/>
            </a:spcAft>
            <a:buChar char="•"/>
          </a:pPr>
          <a:r>
            <a:rPr lang="en-MY" sz="1600" kern="1200" dirty="0"/>
            <a:t>Sensors </a:t>
          </a:r>
        </a:p>
      </dsp:txBody>
      <dsp:txXfrm>
        <a:off x="4997487" y="2320514"/>
        <a:ext cx="3063725" cy="116025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B18A3-D9D9-425D-AA74-77EAF316D953}">
      <dsp:nvSpPr>
        <dsp:cNvPr id="0" name=""/>
        <dsp:cNvSpPr/>
      </dsp:nvSpPr>
      <dsp:spPr>
        <a:xfrm>
          <a:off x="0" y="4183"/>
          <a:ext cx="10860741" cy="10793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MY" sz="4500" kern="1200"/>
            <a:t>PEAS</a:t>
          </a:r>
        </a:p>
      </dsp:txBody>
      <dsp:txXfrm>
        <a:off x="52688" y="56871"/>
        <a:ext cx="10755365" cy="97394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A7B067-6EF8-40D9-8D6F-74F133C25B7D}">
      <dsp:nvSpPr>
        <dsp:cNvPr id="0" name=""/>
        <dsp:cNvSpPr/>
      </dsp:nvSpPr>
      <dsp:spPr>
        <a:xfrm>
          <a:off x="5073" y="1425594"/>
          <a:ext cx="1572719" cy="19897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a:t>Agent: Medical diagnosis system</a:t>
          </a:r>
        </a:p>
      </dsp:txBody>
      <dsp:txXfrm>
        <a:off x="51136" y="1471657"/>
        <a:ext cx="1480593" cy="1897626"/>
      </dsp:txXfrm>
    </dsp:sp>
    <dsp:sp modelId="{61C4E812-CDC4-4622-88AB-E9D501D1EBF4}">
      <dsp:nvSpPr>
        <dsp:cNvPr id="0" name=""/>
        <dsp:cNvSpPr/>
      </dsp:nvSpPr>
      <dsp:spPr>
        <a:xfrm>
          <a:off x="1735064" y="2225453"/>
          <a:ext cx="333416" cy="39003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MY" sz="1400" kern="1200"/>
        </a:p>
      </dsp:txBody>
      <dsp:txXfrm>
        <a:off x="1735064" y="2303460"/>
        <a:ext cx="233391" cy="234020"/>
      </dsp:txXfrm>
    </dsp:sp>
    <dsp:sp modelId="{0933F3CC-FA61-484B-95D7-B65731DF9718}">
      <dsp:nvSpPr>
        <dsp:cNvPr id="0" name=""/>
        <dsp:cNvSpPr/>
      </dsp:nvSpPr>
      <dsp:spPr>
        <a:xfrm>
          <a:off x="2206880" y="1425594"/>
          <a:ext cx="1572719" cy="19897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a:t>Performance measure: Healthy patient, minimize costs, lawsuits</a:t>
          </a:r>
        </a:p>
      </dsp:txBody>
      <dsp:txXfrm>
        <a:off x="2252943" y="1471657"/>
        <a:ext cx="1480593" cy="1897626"/>
      </dsp:txXfrm>
    </dsp:sp>
    <dsp:sp modelId="{94FD344E-31D9-49F2-8340-A05C27482CA3}">
      <dsp:nvSpPr>
        <dsp:cNvPr id="0" name=""/>
        <dsp:cNvSpPr/>
      </dsp:nvSpPr>
      <dsp:spPr>
        <a:xfrm>
          <a:off x="3936871" y="2225453"/>
          <a:ext cx="333416" cy="39003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MY" sz="1400" kern="1200"/>
        </a:p>
      </dsp:txBody>
      <dsp:txXfrm>
        <a:off x="3936871" y="2303460"/>
        <a:ext cx="233391" cy="234020"/>
      </dsp:txXfrm>
    </dsp:sp>
    <dsp:sp modelId="{1CB00B36-41A8-4881-97B0-59378C163CE0}">
      <dsp:nvSpPr>
        <dsp:cNvPr id="0" name=""/>
        <dsp:cNvSpPr/>
      </dsp:nvSpPr>
      <dsp:spPr>
        <a:xfrm>
          <a:off x="4408687" y="1425594"/>
          <a:ext cx="1572719" cy="19897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a:t>Environment: Patient, hospital, staff</a:t>
          </a:r>
        </a:p>
      </dsp:txBody>
      <dsp:txXfrm>
        <a:off x="4454750" y="1471657"/>
        <a:ext cx="1480593" cy="1897626"/>
      </dsp:txXfrm>
    </dsp:sp>
    <dsp:sp modelId="{06780607-6AD6-47BD-9368-787320CEEAC4}">
      <dsp:nvSpPr>
        <dsp:cNvPr id="0" name=""/>
        <dsp:cNvSpPr/>
      </dsp:nvSpPr>
      <dsp:spPr>
        <a:xfrm>
          <a:off x="6138678" y="2225453"/>
          <a:ext cx="333416" cy="39003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MY" sz="1400" kern="1200"/>
        </a:p>
      </dsp:txBody>
      <dsp:txXfrm>
        <a:off x="6138678" y="2303460"/>
        <a:ext cx="233391" cy="234020"/>
      </dsp:txXfrm>
    </dsp:sp>
    <dsp:sp modelId="{F8C016D0-6B10-4617-9E50-523302C813F3}">
      <dsp:nvSpPr>
        <dsp:cNvPr id="0" name=""/>
        <dsp:cNvSpPr/>
      </dsp:nvSpPr>
      <dsp:spPr>
        <a:xfrm>
          <a:off x="6610494" y="1425594"/>
          <a:ext cx="1572719" cy="19897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a:t>Actuators: Screen display (questions, tests, diagnoses, treatments, referrals)</a:t>
          </a:r>
        </a:p>
      </dsp:txBody>
      <dsp:txXfrm>
        <a:off x="6656557" y="1471657"/>
        <a:ext cx="1480593" cy="1897626"/>
      </dsp:txXfrm>
    </dsp:sp>
    <dsp:sp modelId="{AB73B3C2-48C3-4F47-9391-84297CE7A6A3}">
      <dsp:nvSpPr>
        <dsp:cNvPr id="0" name=""/>
        <dsp:cNvSpPr/>
      </dsp:nvSpPr>
      <dsp:spPr>
        <a:xfrm>
          <a:off x="8340485" y="2225453"/>
          <a:ext cx="333416" cy="39003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MY" sz="1400" kern="1200"/>
        </a:p>
      </dsp:txBody>
      <dsp:txXfrm>
        <a:off x="8340485" y="2303460"/>
        <a:ext cx="233391" cy="234020"/>
      </dsp:txXfrm>
    </dsp:sp>
    <dsp:sp modelId="{2C13A89C-A1CE-47F2-BEFA-D74C91BF626C}">
      <dsp:nvSpPr>
        <dsp:cNvPr id="0" name=""/>
        <dsp:cNvSpPr/>
      </dsp:nvSpPr>
      <dsp:spPr>
        <a:xfrm>
          <a:off x="8812301" y="1425594"/>
          <a:ext cx="1572719" cy="19897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MY" sz="1800" kern="1200"/>
            <a:t>Sensors: Keyboard (entry of symptoms, findings, patient's answers)</a:t>
          </a:r>
        </a:p>
      </dsp:txBody>
      <dsp:txXfrm>
        <a:off x="8858364" y="1471657"/>
        <a:ext cx="1480593" cy="189762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3D2BB4-E2A1-477C-B0B7-10BEE5DDAE22}">
      <dsp:nvSpPr>
        <dsp:cNvPr id="0" name=""/>
        <dsp:cNvSpPr/>
      </dsp:nvSpPr>
      <dsp:spPr>
        <a:xfrm>
          <a:off x="0" y="8130"/>
          <a:ext cx="10771094" cy="10313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MY" sz="4300" kern="1200"/>
            <a:t>PEAS</a:t>
          </a:r>
        </a:p>
      </dsp:txBody>
      <dsp:txXfrm>
        <a:off x="50347" y="58477"/>
        <a:ext cx="10670400" cy="93066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75F14-B5FE-4A8E-B644-DEC7FEE21FE7}">
      <dsp:nvSpPr>
        <dsp:cNvPr id="0" name=""/>
        <dsp:cNvSpPr/>
      </dsp:nvSpPr>
      <dsp:spPr>
        <a:xfrm>
          <a:off x="0" y="0"/>
          <a:ext cx="3969035" cy="396903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DCB1A2-82CD-438F-92FD-CAEC749D87A0}">
      <dsp:nvSpPr>
        <dsp:cNvPr id="0" name=""/>
        <dsp:cNvSpPr/>
      </dsp:nvSpPr>
      <dsp:spPr>
        <a:xfrm>
          <a:off x="1984517" y="0"/>
          <a:ext cx="5349732" cy="396903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MY" sz="1700" kern="1200"/>
            <a:t>Agent: Part-picking robot</a:t>
          </a:r>
        </a:p>
      </dsp:txBody>
      <dsp:txXfrm>
        <a:off x="1984517" y="0"/>
        <a:ext cx="5349732" cy="635045"/>
      </dsp:txXfrm>
    </dsp:sp>
    <dsp:sp modelId="{3613A003-44DA-4F2E-B46A-EB657FB6571B}">
      <dsp:nvSpPr>
        <dsp:cNvPr id="0" name=""/>
        <dsp:cNvSpPr/>
      </dsp:nvSpPr>
      <dsp:spPr>
        <a:xfrm>
          <a:off x="416748" y="635045"/>
          <a:ext cx="3135537" cy="313553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EE0693-E55C-48F5-9DCB-4F67E8E3A26F}">
      <dsp:nvSpPr>
        <dsp:cNvPr id="0" name=""/>
        <dsp:cNvSpPr/>
      </dsp:nvSpPr>
      <dsp:spPr>
        <a:xfrm>
          <a:off x="1984517" y="635045"/>
          <a:ext cx="5349732" cy="313553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MY" sz="1700" kern="1200"/>
            <a:t>Performance measure: Percentage of parts in correct bins</a:t>
          </a:r>
        </a:p>
      </dsp:txBody>
      <dsp:txXfrm>
        <a:off x="1984517" y="635045"/>
        <a:ext cx="5349732" cy="635045"/>
      </dsp:txXfrm>
    </dsp:sp>
    <dsp:sp modelId="{8375AE1E-6D46-42B0-8F51-71B889B71AC1}">
      <dsp:nvSpPr>
        <dsp:cNvPr id="0" name=""/>
        <dsp:cNvSpPr/>
      </dsp:nvSpPr>
      <dsp:spPr>
        <a:xfrm>
          <a:off x="833497" y="1270091"/>
          <a:ext cx="2302040" cy="230204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1401A4-40F1-4BED-BAD9-CA9220476CBD}">
      <dsp:nvSpPr>
        <dsp:cNvPr id="0" name=""/>
        <dsp:cNvSpPr/>
      </dsp:nvSpPr>
      <dsp:spPr>
        <a:xfrm>
          <a:off x="1984517" y="1270091"/>
          <a:ext cx="5349732" cy="230204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MY" sz="1700" kern="1200"/>
            <a:t>Environment: Conveyor belt with parts, bins</a:t>
          </a:r>
        </a:p>
      </dsp:txBody>
      <dsp:txXfrm>
        <a:off x="1984517" y="1270091"/>
        <a:ext cx="5349732" cy="635045"/>
      </dsp:txXfrm>
    </dsp:sp>
    <dsp:sp modelId="{A2E4C8E4-2A75-465D-BBA6-A06DCC9BB977}">
      <dsp:nvSpPr>
        <dsp:cNvPr id="0" name=""/>
        <dsp:cNvSpPr/>
      </dsp:nvSpPr>
      <dsp:spPr>
        <a:xfrm>
          <a:off x="1250246" y="1905136"/>
          <a:ext cx="1468542" cy="146854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F7C501-3A24-4BDD-A553-6B81F81541D6}">
      <dsp:nvSpPr>
        <dsp:cNvPr id="0" name=""/>
        <dsp:cNvSpPr/>
      </dsp:nvSpPr>
      <dsp:spPr>
        <a:xfrm>
          <a:off x="1984517" y="1905136"/>
          <a:ext cx="5349732" cy="146854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MY" sz="1700" kern="1200"/>
            <a:t>Actuators: Jointed arm and hand</a:t>
          </a:r>
        </a:p>
      </dsp:txBody>
      <dsp:txXfrm>
        <a:off x="1984517" y="1905136"/>
        <a:ext cx="5349732" cy="635045"/>
      </dsp:txXfrm>
    </dsp:sp>
    <dsp:sp modelId="{81D10EAF-E3F8-4C4F-8B29-BD119DB62B6C}">
      <dsp:nvSpPr>
        <dsp:cNvPr id="0" name=""/>
        <dsp:cNvSpPr/>
      </dsp:nvSpPr>
      <dsp:spPr>
        <a:xfrm>
          <a:off x="1666994" y="2540182"/>
          <a:ext cx="635045" cy="63504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35C97D-8FE2-4824-B0D2-72DA1D308A73}">
      <dsp:nvSpPr>
        <dsp:cNvPr id="0" name=""/>
        <dsp:cNvSpPr/>
      </dsp:nvSpPr>
      <dsp:spPr>
        <a:xfrm>
          <a:off x="1984517" y="2540182"/>
          <a:ext cx="5349732" cy="63504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MY" sz="1700" kern="1200"/>
            <a:t>Sensors: Camera, joint angle sensors</a:t>
          </a:r>
        </a:p>
      </dsp:txBody>
      <dsp:txXfrm>
        <a:off x="1984517" y="2540182"/>
        <a:ext cx="5349732" cy="63504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E9B4A3-2A37-4A83-934D-FAB1C58D30C3}">
      <dsp:nvSpPr>
        <dsp:cNvPr id="0" name=""/>
        <dsp:cNvSpPr/>
      </dsp:nvSpPr>
      <dsp:spPr>
        <a:xfrm>
          <a:off x="0" y="116"/>
          <a:ext cx="10824882" cy="10553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MY" sz="4400" kern="1200" dirty="0"/>
            <a:t>PEAS</a:t>
          </a:r>
        </a:p>
      </dsp:txBody>
      <dsp:txXfrm>
        <a:off x="51517" y="51633"/>
        <a:ext cx="10721848" cy="95230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7E0EC0-3B62-48EB-B2C6-5B94BC902B86}">
      <dsp:nvSpPr>
        <dsp:cNvPr id="0" name=""/>
        <dsp:cNvSpPr/>
      </dsp:nvSpPr>
      <dsp:spPr>
        <a:xfrm>
          <a:off x="0" y="0"/>
          <a:ext cx="2676374" cy="2676374"/>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5CA2EF-609E-44FC-BD3D-0DB2CE439921}">
      <dsp:nvSpPr>
        <dsp:cNvPr id="0" name=""/>
        <dsp:cNvSpPr/>
      </dsp:nvSpPr>
      <dsp:spPr>
        <a:xfrm>
          <a:off x="1338187" y="0"/>
          <a:ext cx="9177413" cy="267637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kern="1200"/>
            <a:t>Agent: Interactive English tutor</a:t>
          </a:r>
        </a:p>
      </dsp:txBody>
      <dsp:txXfrm>
        <a:off x="1338187" y="0"/>
        <a:ext cx="9177413" cy="428219"/>
      </dsp:txXfrm>
    </dsp:sp>
    <dsp:sp modelId="{E26634D1-54EF-476F-B66E-C581BFDC24DA}">
      <dsp:nvSpPr>
        <dsp:cNvPr id="0" name=""/>
        <dsp:cNvSpPr/>
      </dsp:nvSpPr>
      <dsp:spPr>
        <a:xfrm>
          <a:off x="281019" y="428219"/>
          <a:ext cx="2114335" cy="211433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645135-2BCA-439D-89EF-F506A8B7F4C1}">
      <dsp:nvSpPr>
        <dsp:cNvPr id="0" name=""/>
        <dsp:cNvSpPr/>
      </dsp:nvSpPr>
      <dsp:spPr>
        <a:xfrm>
          <a:off x="1338187" y="428219"/>
          <a:ext cx="9177413" cy="211433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kern="1200"/>
            <a:t>Performance measure: Maximize student's score on test</a:t>
          </a:r>
        </a:p>
      </dsp:txBody>
      <dsp:txXfrm>
        <a:off x="1338187" y="428219"/>
        <a:ext cx="9177413" cy="428219"/>
      </dsp:txXfrm>
    </dsp:sp>
    <dsp:sp modelId="{E5B5C65C-175A-4F07-8690-EDC00D6D98A1}">
      <dsp:nvSpPr>
        <dsp:cNvPr id="0" name=""/>
        <dsp:cNvSpPr/>
      </dsp:nvSpPr>
      <dsp:spPr>
        <a:xfrm>
          <a:off x="562038" y="856439"/>
          <a:ext cx="1552296" cy="155229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8387BA-F771-4A6B-A380-449F31C7D48C}">
      <dsp:nvSpPr>
        <dsp:cNvPr id="0" name=""/>
        <dsp:cNvSpPr/>
      </dsp:nvSpPr>
      <dsp:spPr>
        <a:xfrm>
          <a:off x="1338187" y="856439"/>
          <a:ext cx="9177413" cy="155229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kern="1200"/>
            <a:t>Environment: Set of students</a:t>
          </a:r>
        </a:p>
      </dsp:txBody>
      <dsp:txXfrm>
        <a:off x="1338187" y="856439"/>
        <a:ext cx="9177413" cy="428219"/>
      </dsp:txXfrm>
    </dsp:sp>
    <dsp:sp modelId="{1C6049B2-D971-4CF6-B17E-90E76528EE7B}">
      <dsp:nvSpPr>
        <dsp:cNvPr id="0" name=""/>
        <dsp:cNvSpPr/>
      </dsp:nvSpPr>
      <dsp:spPr>
        <a:xfrm>
          <a:off x="843057" y="1284659"/>
          <a:ext cx="990258" cy="99025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756D40-D856-455C-9986-010DD5DE5F19}">
      <dsp:nvSpPr>
        <dsp:cNvPr id="0" name=""/>
        <dsp:cNvSpPr/>
      </dsp:nvSpPr>
      <dsp:spPr>
        <a:xfrm>
          <a:off x="1338187" y="1284659"/>
          <a:ext cx="9177413" cy="99025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kern="1200"/>
            <a:t>Actuators: Screen display (exercises, suggestions, corrections)</a:t>
          </a:r>
        </a:p>
      </dsp:txBody>
      <dsp:txXfrm>
        <a:off x="1338187" y="1284659"/>
        <a:ext cx="9177413" cy="428219"/>
      </dsp:txXfrm>
    </dsp:sp>
    <dsp:sp modelId="{A7B1EDCE-1843-4604-BAC6-18F072B2A1DA}">
      <dsp:nvSpPr>
        <dsp:cNvPr id="0" name=""/>
        <dsp:cNvSpPr/>
      </dsp:nvSpPr>
      <dsp:spPr>
        <a:xfrm>
          <a:off x="1124077" y="1712879"/>
          <a:ext cx="428219" cy="42821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4EEFA7-F493-44E4-B782-838D292C8FF5}">
      <dsp:nvSpPr>
        <dsp:cNvPr id="0" name=""/>
        <dsp:cNvSpPr/>
      </dsp:nvSpPr>
      <dsp:spPr>
        <a:xfrm>
          <a:off x="1338187" y="1712879"/>
          <a:ext cx="9177413" cy="42821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MY" sz="1900" kern="1200"/>
            <a:t>Sensors: Keyboard</a:t>
          </a:r>
        </a:p>
      </dsp:txBody>
      <dsp:txXfrm>
        <a:off x="1338187" y="1712879"/>
        <a:ext cx="9177413" cy="42821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00B4FE-BA4C-4DC0-832F-2B6113103A14}">
      <dsp:nvSpPr>
        <dsp:cNvPr id="0" name=""/>
        <dsp:cNvSpPr/>
      </dsp:nvSpPr>
      <dsp:spPr>
        <a:xfrm>
          <a:off x="0" y="7626"/>
          <a:ext cx="10869706" cy="10313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MY" sz="4300" kern="1200" dirty="0"/>
            <a:t>Environment types</a:t>
          </a:r>
        </a:p>
      </dsp:txBody>
      <dsp:txXfrm>
        <a:off x="50347" y="57973"/>
        <a:ext cx="10769012" cy="93066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5A5A21-EF5C-4E91-96BB-1AE78F184F53}">
      <dsp:nvSpPr>
        <dsp:cNvPr id="0" name=""/>
        <dsp:cNvSpPr/>
      </dsp:nvSpPr>
      <dsp:spPr>
        <a:xfrm>
          <a:off x="2520" y="25284"/>
          <a:ext cx="2457152" cy="64902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MY" sz="1800" kern="1200" dirty="0"/>
            <a:t>Fully observable (vs. partially observable): </a:t>
          </a:r>
        </a:p>
      </dsp:txBody>
      <dsp:txXfrm>
        <a:off x="2520" y="25284"/>
        <a:ext cx="2457152" cy="649029"/>
      </dsp:txXfrm>
    </dsp:sp>
    <dsp:sp modelId="{C1FAE040-E68D-48A2-A50A-459A60EBCD17}">
      <dsp:nvSpPr>
        <dsp:cNvPr id="0" name=""/>
        <dsp:cNvSpPr/>
      </dsp:nvSpPr>
      <dsp:spPr>
        <a:xfrm>
          <a:off x="2520" y="674313"/>
          <a:ext cx="2457152" cy="357913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MY" sz="1800" kern="1200" dirty="0"/>
            <a:t>An agent's sensors give it access to the complete state of the environment at each point</a:t>
          </a:r>
        </a:p>
      </dsp:txBody>
      <dsp:txXfrm>
        <a:off x="2520" y="674313"/>
        <a:ext cx="2457152" cy="3579136"/>
      </dsp:txXfrm>
    </dsp:sp>
    <dsp:sp modelId="{9201467A-C193-438E-A59F-12A8DD498D95}">
      <dsp:nvSpPr>
        <dsp:cNvPr id="0" name=""/>
        <dsp:cNvSpPr/>
      </dsp:nvSpPr>
      <dsp:spPr>
        <a:xfrm>
          <a:off x="2803673" y="25284"/>
          <a:ext cx="2457152" cy="64902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MY" sz="1800" kern="1200" dirty="0"/>
            <a:t>Deterministic (vs. stochastic): </a:t>
          </a:r>
        </a:p>
      </dsp:txBody>
      <dsp:txXfrm>
        <a:off x="2803673" y="25284"/>
        <a:ext cx="2457152" cy="649029"/>
      </dsp:txXfrm>
    </dsp:sp>
    <dsp:sp modelId="{38FDE846-924F-4788-B223-BBC7B2B3ED79}">
      <dsp:nvSpPr>
        <dsp:cNvPr id="0" name=""/>
        <dsp:cNvSpPr/>
      </dsp:nvSpPr>
      <dsp:spPr>
        <a:xfrm>
          <a:off x="2803673" y="674313"/>
          <a:ext cx="2457152" cy="357913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MY" sz="1800" kern="1200"/>
            <a:t>The next state of the environment is completely determined by the current state and the action executed by the agent. (If the environment is deterministic except for the actions of other agents, then the environment is strategic)</a:t>
          </a:r>
        </a:p>
      </dsp:txBody>
      <dsp:txXfrm>
        <a:off x="2803673" y="674313"/>
        <a:ext cx="2457152" cy="3579136"/>
      </dsp:txXfrm>
    </dsp:sp>
    <dsp:sp modelId="{5292ABD9-9675-452A-98B1-81C1AA74A148}">
      <dsp:nvSpPr>
        <dsp:cNvPr id="0" name=""/>
        <dsp:cNvSpPr/>
      </dsp:nvSpPr>
      <dsp:spPr>
        <a:xfrm>
          <a:off x="5604827" y="25284"/>
          <a:ext cx="2457152" cy="64902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MY" sz="1800" kern="1200"/>
            <a:t>Episodic (vs. sequential): </a:t>
          </a:r>
        </a:p>
      </dsp:txBody>
      <dsp:txXfrm>
        <a:off x="5604827" y="25284"/>
        <a:ext cx="2457152" cy="649029"/>
      </dsp:txXfrm>
    </dsp:sp>
    <dsp:sp modelId="{04399391-65D5-46DC-B860-D0E1D8FBDFFD}">
      <dsp:nvSpPr>
        <dsp:cNvPr id="0" name=""/>
        <dsp:cNvSpPr/>
      </dsp:nvSpPr>
      <dsp:spPr>
        <a:xfrm>
          <a:off x="5604827" y="674313"/>
          <a:ext cx="2457152" cy="357913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MY" sz="1800" kern="1200" dirty="0"/>
            <a:t>The agent's experience is divided into atomic "episodes" (each episode consists of the agent perceiving and then performing a single action), and the choice of action in each episode depends only on the episode itself</a:t>
          </a:r>
        </a:p>
      </dsp:txBody>
      <dsp:txXfrm>
        <a:off x="5604827" y="674313"/>
        <a:ext cx="2457152" cy="357913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7E12DC-8BBD-4147-B549-D7A0F44A8B81}">
      <dsp:nvSpPr>
        <dsp:cNvPr id="0" name=""/>
        <dsp:cNvSpPr/>
      </dsp:nvSpPr>
      <dsp:spPr>
        <a:xfrm>
          <a:off x="0" y="4717"/>
          <a:ext cx="11075894"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MY" sz="4100" kern="1200"/>
            <a:t>Environment types</a:t>
          </a:r>
        </a:p>
      </dsp:txBody>
      <dsp:txXfrm>
        <a:off x="48005" y="52722"/>
        <a:ext cx="10979884" cy="88737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6431F7-257B-4B5E-AF18-2342A2112AF6}">
      <dsp:nvSpPr>
        <dsp:cNvPr id="0" name=""/>
        <dsp:cNvSpPr/>
      </dsp:nvSpPr>
      <dsp:spPr>
        <a:xfrm>
          <a:off x="2538" y="8675"/>
          <a:ext cx="2475270" cy="76133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MY" sz="2100" kern="1200" dirty="0"/>
            <a:t>Static (vs. dynamic):</a:t>
          </a:r>
        </a:p>
      </dsp:txBody>
      <dsp:txXfrm>
        <a:off x="2538" y="8675"/>
        <a:ext cx="2475270" cy="761331"/>
      </dsp:txXfrm>
    </dsp:sp>
    <dsp:sp modelId="{99E50EB9-BC83-4756-A1E0-89F64E6483E7}">
      <dsp:nvSpPr>
        <dsp:cNvPr id="0" name=""/>
        <dsp:cNvSpPr/>
      </dsp:nvSpPr>
      <dsp:spPr>
        <a:xfrm>
          <a:off x="2538" y="770007"/>
          <a:ext cx="2475270" cy="41504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MY" sz="2100" kern="1200"/>
            <a:t>The environment is unchanged while an agent is deliberating. (The environment is semidynamic if the environment itself does not change with the passage of time but the agent's performance score does)</a:t>
          </a:r>
        </a:p>
      </dsp:txBody>
      <dsp:txXfrm>
        <a:off x="2538" y="770007"/>
        <a:ext cx="2475270" cy="4150440"/>
      </dsp:txXfrm>
    </dsp:sp>
    <dsp:sp modelId="{1E342ED7-3752-4D28-A03F-536EDA9C2752}">
      <dsp:nvSpPr>
        <dsp:cNvPr id="0" name=""/>
        <dsp:cNvSpPr/>
      </dsp:nvSpPr>
      <dsp:spPr>
        <a:xfrm>
          <a:off x="2824347" y="8675"/>
          <a:ext cx="2475270" cy="76133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MY" sz="2100" kern="1200" dirty="0"/>
            <a:t>Discrete (vs. continuous): </a:t>
          </a:r>
        </a:p>
      </dsp:txBody>
      <dsp:txXfrm>
        <a:off x="2824347" y="8675"/>
        <a:ext cx="2475270" cy="761331"/>
      </dsp:txXfrm>
    </dsp:sp>
    <dsp:sp modelId="{A34632E0-F7AA-4AB0-A621-EE5AE1FC6613}">
      <dsp:nvSpPr>
        <dsp:cNvPr id="0" name=""/>
        <dsp:cNvSpPr/>
      </dsp:nvSpPr>
      <dsp:spPr>
        <a:xfrm>
          <a:off x="2824347" y="770007"/>
          <a:ext cx="2475270" cy="41504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MY" sz="2100" kern="1200" dirty="0"/>
            <a:t>A limited number of distinct, clearly defined precepts and actions.</a:t>
          </a:r>
        </a:p>
      </dsp:txBody>
      <dsp:txXfrm>
        <a:off x="2824347" y="770007"/>
        <a:ext cx="2475270" cy="4150440"/>
      </dsp:txXfrm>
    </dsp:sp>
    <dsp:sp modelId="{C416408B-D10A-420D-A9C4-28B7131AD497}">
      <dsp:nvSpPr>
        <dsp:cNvPr id="0" name=""/>
        <dsp:cNvSpPr/>
      </dsp:nvSpPr>
      <dsp:spPr>
        <a:xfrm>
          <a:off x="5646155" y="8675"/>
          <a:ext cx="2475270" cy="76133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MY" sz="2100" kern="1200" dirty="0"/>
            <a:t>Single agent (vs. multiagent): </a:t>
          </a:r>
        </a:p>
      </dsp:txBody>
      <dsp:txXfrm>
        <a:off x="5646155" y="8675"/>
        <a:ext cx="2475270" cy="761331"/>
      </dsp:txXfrm>
    </dsp:sp>
    <dsp:sp modelId="{A86A4788-749C-425E-976C-468D01193BFA}">
      <dsp:nvSpPr>
        <dsp:cNvPr id="0" name=""/>
        <dsp:cNvSpPr/>
      </dsp:nvSpPr>
      <dsp:spPr>
        <a:xfrm>
          <a:off x="5646155" y="770007"/>
          <a:ext cx="2475270" cy="41504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MY" sz="2100" kern="1200" dirty="0"/>
            <a:t>An agent operating by itself in an environment.</a:t>
          </a:r>
        </a:p>
      </dsp:txBody>
      <dsp:txXfrm>
        <a:off x="5646155" y="770007"/>
        <a:ext cx="2475270" cy="415044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C2F304-5859-486E-BCE7-0FD26AD8CF0D}">
      <dsp:nvSpPr>
        <dsp:cNvPr id="0" name=""/>
        <dsp:cNvSpPr/>
      </dsp:nvSpPr>
      <dsp:spPr>
        <a:xfrm>
          <a:off x="0" y="9199"/>
          <a:ext cx="10891296"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MY" sz="4100" kern="1200"/>
            <a:t>Environment types</a:t>
          </a:r>
        </a:p>
      </dsp:txBody>
      <dsp:txXfrm>
        <a:off x="48005" y="57204"/>
        <a:ext cx="10795286" cy="88737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ACF164-1EC7-42FF-B34E-3C70F29B1613}">
      <dsp:nvSpPr>
        <dsp:cNvPr id="0" name=""/>
        <dsp:cNvSpPr/>
      </dsp:nvSpPr>
      <dsp:spPr>
        <a:xfrm>
          <a:off x="0" y="11804"/>
          <a:ext cx="9066515" cy="10313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MY" sz="4300" kern="1200"/>
            <a:t>Properties of a	Chess agent</a:t>
          </a:r>
        </a:p>
      </dsp:txBody>
      <dsp:txXfrm>
        <a:off x="50347" y="62151"/>
        <a:ext cx="8965821" cy="93066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652103-EAA4-4F35-97C8-0AC437D42A3C}">
      <dsp:nvSpPr>
        <dsp:cNvPr id="0" name=""/>
        <dsp:cNvSpPr/>
      </dsp:nvSpPr>
      <dsp:spPr>
        <a:xfrm>
          <a:off x="0" y="44463"/>
          <a:ext cx="8476279"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MY" sz="3600" kern="1200"/>
            <a:t>Properties of a non-player character agent.</a:t>
          </a:r>
        </a:p>
      </dsp:txBody>
      <dsp:txXfrm>
        <a:off x="42151" y="86614"/>
        <a:ext cx="8391977" cy="779158"/>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6E6490-3BCA-4DDD-8657-459260344994}">
      <dsp:nvSpPr>
        <dsp:cNvPr id="0" name=""/>
        <dsp:cNvSpPr/>
      </dsp:nvSpPr>
      <dsp:spPr>
        <a:xfrm>
          <a:off x="0" y="0"/>
          <a:ext cx="10065186" cy="935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MY" sz="3900" kern="1200"/>
            <a:t>AGENT TAXONOMIES</a:t>
          </a:r>
        </a:p>
      </dsp:txBody>
      <dsp:txXfrm>
        <a:off x="45663" y="45663"/>
        <a:ext cx="9973860" cy="844089"/>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9A90C0-47C1-4655-B550-843DC841E43F}">
      <dsp:nvSpPr>
        <dsp:cNvPr id="0" name=""/>
        <dsp:cNvSpPr/>
      </dsp:nvSpPr>
      <dsp:spPr>
        <a:xfrm>
          <a:off x="0" y="4277"/>
          <a:ext cx="10999694" cy="8394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MY" sz="3500" kern="1200"/>
            <a:t>AGENT TAXONOMIES</a:t>
          </a:r>
        </a:p>
      </dsp:txBody>
      <dsp:txXfrm>
        <a:off x="40980" y="45257"/>
        <a:ext cx="10917734" cy="75751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4FB224-1838-4377-B8C3-0E02D3407198}">
      <dsp:nvSpPr>
        <dsp:cNvPr id="0" name=""/>
        <dsp:cNvSpPr/>
      </dsp:nvSpPr>
      <dsp:spPr>
        <a:xfrm>
          <a:off x="0" y="33144"/>
          <a:ext cx="801878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MY" sz="2000" kern="1200"/>
            <a:t>Entertainment Agents</a:t>
          </a:r>
        </a:p>
      </dsp:txBody>
      <dsp:txXfrm>
        <a:off x="23417" y="56561"/>
        <a:ext cx="7971946" cy="432866"/>
      </dsp:txXfrm>
    </dsp:sp>
    <dsp:sp modelId="{7E830DD3-74D2-4BDB-8A6F-E94340E1A51F}">
      <dsp:nvSpPr>
        <dsp:cNvPr id="0" name=""/>
        <dsp:cNvSpPr/>
      </dsp:nvSpPr>
      <dsp:spPr>
        <a:xfrm>
          <a:off x="0" y="512844"/>
          <a:ext cx="8018780" cy="507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5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MY" sz="1600" kern="1200"/>
            <a:t>used as characters in computer-generated (CG) movies or for training purposes in military simulations.</a:t>
          </a:r>
        </a:p>
      </dsp:txBody>
      <dsp:txXfrm>
        <a:off x="0" y="512844"/>
        <a:ext cx="8018780" cy="507150"/>
      </dsp:txXfrm>
    </dsp:sp>
    <dsp:sp modelId="{B381E1A8-C74A-4DEE-99BB-2F5867BA1068}">
      <dsp:nvSpPr>
        <dsp:cNvPr id="0" name=""/>
        <dsp:cNvSpPr/>
      </dsp:nvSpPr>
      <dsp:spPr>
        <a:xfrm>
          <a:off x="0" y="1019994"/>
          <a:ext cx="801878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MY" sz="2000" kern="1200"/>
            <a:t>Game Agents</a:t>
          </a:r>
        </a:p>
      </dsp:txBody>
      <dsp:txXfrm>
        <a:off x="23417" y="1043411"/>
        <a:ext cx="7971946" cy="432866"/>
      </dsp:txXfrm>
    </dsp:sp>
    <dsp:sp modelId="{F39248BC-6695-4FCC-A6F6-87A4A95377D6}">
      <dsp:nvSpPr>
        <dsp:cNvPr id="0" name=""/>
        <dsp:cNvSpPr/>
      </dsp:nvSpPr>
      <dsp:spPr>
        <a:xfrm>
          <a:off x="0" y="1499694"/>
          <a:ext cx="8018780" cy="507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5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MY" sz="1600" kern="1200"/>
            <a:t>Non-Player Characters in games (NPCs), bring life to a variety of games by introducing characters that are autonomous and add to the realism of video games.</a:t>
          </a:r>
        </a:p>
      </dsp:txBody>
      <dsp:txXfrm>
        <a:off x="0" y="1499694"/>
        <a:ext cx="8018780" cy="507150"/>
      </dsp:txXfrm>
    </dsp:sp>
    <dsp:sp modelId="{9247E53D-6B2C-43E4-9D3A-BEF9F3052615}">
      <dsp:nvSpPr>
        <dsp:cNvPr id="0" name=""/>
        <dsp:cNvSpPr/>
      </dsp:nvSpPr>
      <dsp:spPr>
        <a:xfrm>
          <a:off x="0" y="2006844"/>
          <a:ext cx="801878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MY" sz="2000" kern="1200"/>
            <a:t>ChatterBots, or conversational agents</a:t>
          </a:r>
        </a:p>
      </dsp:txBody>
      <dsp:txXfrm>
        <a:off x="23417" y="2030261"/>
        <a:ext cx="7971946" cy="432866"/>
      </dsp:txXfrm>
    </dsp:sp>
    <dsp:sp modelId="{7EF5BA10-42EB-43FF-98C9-33786CCFEB7A}">
      <dsp:nvSpPr>
        <dsp:cNvPr id="0" name=""/>
        <dsp:cNvSpPr/>
      </dsp:nvSpPr>
      <dsp:spPr>
        <a:xfrm>
          <a:off x="0" y="2544144"/>
          <a:ext cx="801878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MY" sz="2000" kern="1200"/>
            <a:t>Mobile Agents</a:t>
          </a:r>
        </a:p>
      </dsp:txBody>
      <dsp:txXfrm>
        <a:off x="23417" y="2567561"/>
        <a:ext cx="7971946" cy="432866"/>
      </dsp:txXfrm>
    </dsp:sp>
    <dsp:sp modelId="{5A395F1C-AA1C-4957-9158-1DA40B23CDE1}">
      <dsp:nvSpPr>
        <dsp:cNvPr id="0" name=""/>
        <dsp:cNvSpPr/>
      </dsp:nvSpPr>
      <dsp:spPr>
        <a:xfrm>
          <a:off x="0" y="3023844"/>
          <a:ext cx="8018780" cy="3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5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MY" sz="1600" kern="1200"/>
            <a:t>the agents have the ability to migrate from one host computer to another.</a:t>
          </a:r>
        </a:p>
      </dsp:txBody>
      <dsp:txXfrm>
        <a:off x="0" y="3023844"/>
        <a:ext cx="8018780" cy="331200"/>
      </dsp:txXfrm>
    </dsp:sp>
    <dsp:sp modelId="{B3259ADF-942C-46BD-A884-54DEDD2CDD84}">
      <dsp:nvSpPr>
        <dsp:cNvPr id="0" name=""/>
        <dsp:cNvSpPr/>
      </dsp:nvSpPr>
      <dsp:spPr>
        <a:xfrm>
          <a:off x="0" y="3355045"/>
          <a:ext cx="801878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MY" sz="2000" kern="1200"/>
            <a:t>User Assistance Agent</a:t>
          </a:r>
        </a:p>
      </dsp:txBody>
      <dsp:txXfrm>
        <a:off x="23417" y="3378462"/>
        <a:ext cx="7971946" cy="432866"/>
      </dsp:txXfrm>
    </dsp:sp>
    <dsp:sp modelId="{5E1E2C28-86C7-4778-8BF6-8B90EDD11D81}">
      <dsp:nvSpPr>
        <dsp:cNvPr id="0" name=""/>
        <dsp:cNvSpPr/>
      </dsp:nvSpPr>
      <dsp:spPr>
        <a:xfrm>
          <a:off x="0" y="3834745"/>
          <a:ext cx="8018780"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5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MY" sz="1600" kern="1200"/>
            <a:t>for the purpose of simplifying our experiences when dealing with computers</a:t>
          </a:r>
        </a:p>
        <a:p>
          <a:pPr marL="171450" lvl="1" indent="-171450" algn="l" defTabSz="711200">
            <a:lnSpc>
              <a:spcPct val="90000"/>
            </a:lnSpc>
            <a:spcBef>
              <a:spcPct val="0"/>
            </a:spcBef>
            <a:spcAft>
              <a:spcPct val="20000"/>
            </a:spcAft>
            <a:buChar char="•"/>
          </a:pPr>
          <a:r>
            <a:rPr lang="en-MY" sz="1600" kern="1200"/>
            <a:t>Examples: Email filtering, Information Gathering and Filtering and other user assistance application</a:t>
          </a:r>
        </a:p>
      </dsp:txBody>
      <dsp:txXfrm>
        <a:off x="0" y="3834745"/>
        <a:ext cx="8018780" cy="786599"/>
      </dsp:txXfrm>
    </dsp:sp>
    <dsp:sp modelId="{5272DDD7-2971-40BF-B1E6-34F4ED85D099}">
      <dsp:nvSpPr>
        <dsp:cNvPr id="0" name=""/>
        <dsp:cNvSpPr/>
      </dsp:nvSpPr>
      <dsp:spPr>
        <a:xfrm>
          <a:off x="0" y="4621345"/>
          <a:ext cx="8018780"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MY" sz="2000" kern="1200"/>
            <a:t>Hybrid Agents</a:t>
          </a:r>
        </a:p>
      </dsp:txBody>
      <dsp:txXfrm>
        <a:off x="23417" y="4644762"/>
        <a:ext cx="7971946" cy="432866"/>
      </dsp:txXfrm>
    </dsp:sp>
    <dsp:sp modelId="{3A3E8957-CF82-40A7-8843-12413D8BBBF5}">
      <dsp:nvSpPr>
        <dsp:cNvPr id="0" name=""/>
        <dsp:cNvSpPr/>
      </dsp:nvSpPr>
      <dsp:spPr>
        <a:xfrm>
          <a:off x="0" y="5101045"/>
          <a:ext cx="8018780" cy="507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5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MY" sz="1600" kern="1200"/>
            <a:t>Instead of a single characteristic, such as mobile, agents implement multiple characteristics, such as mobile and communicative.</a:t>
          </a:r>
        </a:p>
      </dsp:txBody>
      <dsp:txXfrm>
        <a:off x="0" y="5101045"/>
        <a:ext cx="8018780" cy="50715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BD02C1-5280-4758-8609-605576C083BC}">
      <dsp:nvSpPr>
        <dsp:cNvPr id="0" name=""/>
        <dsp:cNvSpPr/>
      </dsp:nvSpPr>
      <dsp:spPr>
        <a:xfrm>
          <a:off x="0" y="3025"/>
          <a:ext cx="10573871" cy="11033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l" defTabSz="2044700">
            <a:lnSpc>
              <a:spcPct val="90000"/>
            </a:lnSpc>
            <a:spcBef>
              <a:spcPct val="0"/>
            </a:spcBef>
            <a:spcAft>
              <a:spcPct val="35000"/>
            </a:spcAft>
            <a:buNone/>
          </a:pPr>
          <a:r>
            <a:rPr lang="en-MY" sz="4600" kern="1200"/>
            <a:t>Agent functions and programs</a:t>
          </a:r>
        </a:p>
      </dsp:txBody>
      <dsp:txXfrm>
        <a:off x="53859" y="56884"/>
        <a:ext cx="10466153" cy="99559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362861-FD79-46B4-9EC0-B01D33394107}">
      <dsp:nvSpPr>
        <dsp:cNvPr id="0" name=""/>
        <dsp:cNvSpPr/>
      </dsp:nvSpPr>
      <dsp:spPr>
        <a:xfrm>
          <a:off x="0" y="0"/>
          <a:ext cx="4258858" cy="425885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0720DF-8A34-480C-80A8-B69D0607D4D0}">
      <dsp:nvSpPr>
        <dsp:cNvPr id="0" name=""/>
        <dsp:cNvSpPr/>
      </dsp:nvSpPr>
      <dsp:spPr>
        <a:xfrm>
          <a:off x="2129429" y="0"/>
          <a:ext cx="5528036" cy="425885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MY" sz="2500" kern="1200"/>
            <a:t>An agent is completely specified by the </a:t>
          </a:r>
          <a:r>
            <a:rPr lang="en-MY" sz="2500" u="sng" kern="1200">
              <a:uFillTx/>
            </a:rPr>
            <a:t>agent function</a:t>
          </a:r>
          <a:r>
            <a:rPr lang="en-MY" sz="2500" kern="1200"/>
            <a:t> mapping percept sequences to actions</a:t>
          </a:r>
        </a:p>
      </dsp:txBody>
      <dsp:txXfrm>
        <a:off x="2129429" y="0"/>
        <a:ext cx="5528036" cy="1277660"/>
      </dsp:txXfrm>
    </dsp:sp>
    <dsp:sp modelId="{991751E1-9DF2-479E-93BA-A12B818134F6}">
      <dsp:nvSpPr>
        <dsp:cNvPr id="0" name=""/>
        <dsp:cNvSpPr/>
      </dsp:nvSpPr>
      <dsp:spPr>
        <a:xfrm>
          <a:off x="745301" y="1277660"/>
          <a:ext cx="2768254" cy="2768254"/>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39C1B-4E4C-42FA-84EA-7D5A2001E103}">
      <dsp:nvSpPr>
        <dsp:cNvPr id="0" name=""/>
        <dsp:cNvSpPr/>
      </dsp:nvSpPr>
      <dsp:spPr>
        <a:xfrm>
          <a:off x="2129429" y="1277660"/>
          <a:ext cx="5528036" cy="276825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MY" sz="2500" kern="1200"/>
            <a:t>One agent function (or a small equivalence class) is </a:t>
          </a:r>
          <a:r>
            <a:rPr lang="en-MY" sz="2500" u="sng" kern="1200">
              <a:uFillTx/>
            </a:rPr>
            <a:t>rational</a:t>
          </a:r>
          <a:endParaRPr lang="en-MY" sz="2500" kern="1200"/>
        </a:p>
      </dsp:txBody>
      <dsp:txXfrm>
        <a:off x="2129429" y="1277660"/>
        <a:ext cx="5528036" cy="1277655"/>
      </dsp:txXfrm>
    </dsp:sp>
    <dsp:sp modelId="{7087F3EA-B5D5-4B4C-9442-29541FC2F61D}">
      <dsp:nvSpPr>
        <dsp:cNvPr id="0" name=""/>
        <dsp:cNvSpPr/>
      </dsp:nvSpPr>
      <dsp:spPr>
        <a:xfrm>
          <a:off x="1490600" y="2555316"/>
          <a:ext cx="1277656" cy="127765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C68EB0-717F-473F-B640-02B5A11ADF97}">
      <dsp:nvSpPr>
        <dsp:cNvPr id="0" name=""/>
        <dsp:cNvSpPr/>
      </dsp:nvSpPr>
      <dsp:spPr>
        <a:xfrm>
          <a:off x="2129429" y="2555316"/>
          <a:ext cx="5528036" cy="127765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MY" sz="2500" kern="1200"/>
            <a:t>Aim: find a way to implement the rational agent function concisely</a:t>
          </a:r>
        </a:p>
      </dsp:txBody>
      <dsp:txXfrm>
        <a:off x="2129429" y="2555316"/>
        <a:ext cx="5528036" cy="1277656"/>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4AC9F9-B6EE-4B24-B418-2014F8CFFBED}">
      <dsp:nvSpPr>
        <dsp:cNvPr id="0" name=""/>
        <dsp:cNvSpPr/>
      </dsp:nvSpPr>
      <dsp:spPr>
        <a:xfrm>
          <a:off x="0" y="0"/>
          <a:ext cx="11470341" cy="11512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MY" sz="4800" kern="1200"/>
            <a:t>Table-lookup agent</a:t>
          </a:r>
        </a:p>
      </dsp:txBody>
      <dsp:txXfrm>
        <a:off x="56201" y="56201"/>
        <a:ext cx="11357939" cy="1038877"/>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4F1CBF-8196-493C-9235-DB071B615349}">
      <dsp:nvSpPr>
        <dsp:cNvPr id="0" name=""/>
        <dsp:cNvSpPr/>
      </dsp:nvSpPr>
      <dsp:spPr>
        <a:xfrm>
          <a:off x="0" y="236397"/>
          <a:ext cx="11367247" cy="11512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MY" sz="4800" kern="1200" dirty="0"/>
            <a:t>Agent program for a vacuum- cleaner agent</a:t>
          </a:r>
        </a:p>
      </dsp:txBody>
      <dsp:txXfrm>
        <a:off x="56201" y="292598"/>
        <a:ext cx="11254845" cy="1038877"/>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CB4AC-2459-46CB-BD4D-CAB2B48996B6}">
      <dsp:nvSpPr>
        <dsp:cNvPr id="0" name=""/>
        <dsp:cNvSpPr/>
      </dsp:nvSpPr>
      <dsp:spPr>
        <a:xfrm>
          <a:off x="0" y="0"/>
          <a:ext cx="10883153" cy="12472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MY" sz="5200" kern="1200"/>
            <a:t>Agent properties</a:t>
          </a:r>
        </a:p>
      </dsp:txBody>
      <dsp:txXfrm>
        <a:off x="60884" y="60884"/>
        <a:ext cx="10761385" cy="1125452"/>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68D69C-3DD5-43F6-B253-538ADA70A00E}">
      <dsp:nvSpPr>
        <dsp:cNvPr id="0" name=""/>
        <dsp:cNvSpPr/>
      </dsp:nvSpPr>
      <dsp:spPr>
        <a:xfrm>
          <a:off x="0" y="602"/>
          <a:ext cx="11586882" cy="11512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MY" sz="4800" kern="1200"/>
            <a:t>Agent types</a:t>
          </a:r>
        </a:p>
      </dsp:txBody>
      <dsp:txXfrm>
        <a:off x="56201" y="56803"/>
        <a:ext cx="11474480" cy="103887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EDB1B0-F3ED-46A6-89F2-A41459800A2B}">
      <dsp:nvSpPr>
        <dsp:cNvPr id="0" name=""/>
        <dsp:cNvSpPr/>
      </dsp:nvSpPr>
      <dsp:spPr>
        <a:xfrm>
          <a:off x="0" y="6172"/>
          <a:ext cx="11219329" cy="10073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MY" sz="4200" kern="1200"/>
            <a:t>Simple reflex agents</a:t>
          </a:r>
        </a:p>
      </dsp:txBody>
      <dsp:txXfrm>
        <a:off x="49176" y="55348"/>
        <a:ext cx="11120977" cy="909018"/>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D3353F-DA9C-474A-AD39-7DAB91102385}">
      <dsp:nvSpPr>
        <dsp:cNvPr id="0" name=""/>
        <dsp:cNvSpPr/>
      </dsp:nvSpPr>
      <dsp:spPr>
        <a:xfrm>
          <a:off x="0" y="0"/>
          <a:ext cx="10699374" cy="11752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MY" sz="4900" kern="1200"/>
            <a:t>Simple reflex agents</a:t>
          </a:r>
        </a:p>
      </dsp:txBody>
      <dsp:txXfrm>
        <a:off x="57372" y="57372"/>
        <a:ext cx="10584630" cy="1060520"/>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9B044-F7C7-4327-A84E-8CB7232C4315}">
      <dsp:nvSpPr>
        <dsp:cNvPr id="0" name=""/>
        <dsp:cNvSpPr/>
      </dsp:nvSpPr>
      <dsp:spPr>
        <a:xfrm>
          <a:off x="0" y="3380"/>
          <a:ext cx="11075895" cy="8874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MY" sz="3700" kern="1200"/>
            <a:t>Model-based reflex agents</a:t>
          </a:r>
        </a:p>
      </dsp:txBody>
      <dsp:txXfrm>
        <a:off x="43321" y="46701"/>
        <a:ext cx="10989253" cy="800803"/>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CCF09-8984-48F2-BF01-59A7BC2EA82C}">
      <dsp:nvSpPr>
        <dsp:cNvPr id="0" name=""/>
        <dsp:cNvSpPr/>
      </dsp:nvSpPr>
      <dsp:spPr>
        <a:xfrm>
          <a:off x="0" y="10537"/>
          <a:ext cx="11515165" cy="117526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MY" sz="4900" kern="1200"/>
            <a:t>Model-based reflex agents</a:t>
          </a:r>
        </a:p>
      </dsp:txBody>
      <dsp:txXfrm>
        <a:off x="57372" y="67909"/>
        <a:ext cx="11400421" cy="106052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C3E3FA-1E1D-443D-9550-F227D6F52688}">
      <dsp:nvSpPr>
        <dsp:cNvPr id="0" name=""/>
        <dsp:cNvSpPr/>
      </dsp:nvSpPr>
      <dsp:spPr>
        <a:xfrm>
          <a:off x="0" y="115"/>
          <a:ext cx="11470341" cy="10553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MY" sz="4400" kern="1200"/>
            <a:t>Goal-based agents</a:t>
          </a:r>
        </a:p>
      </dsp:txBody>
      <dsp:txXfrm>
        <a:off x="51517" y="51632"/>
        <a:ext cx="11367307" cy="952306"/>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2B0F8-2FB3-4937-ADCB-5F5D42B5A1A8}">
      <dsp:nvSpPr>
        <dsp:cNvPr id="0" name=""/>
        <dsp:cNvSpPr/>
      </dsp:nvSpPr>
      <dsp:spPr>
        <a:xfrm>
          <a:off x="0" y="5848"/>
          <a:ext cx="11053481"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MY" sz="4100" kern="1200"/>
            <a:t>Utility-based agents</a:t>
          </a:r>
        </a:p>
      </dsp:txBody>
      <dsp:txXfrm>
        <a:off x="48005" y="53853"/>
        <a:ext cx="10957471" cy="887374"/>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E8E42-49EC-43EC-89F4-5BF08155EF7B}">
      <dsp:nvSpPr>
        <dsp:cNvPr id="0" name=""/>
        <dsp:cNvSpPr/>
      </dsp:nvSpPr>
      <dsp:spPr>
        <a:xfrm>
          <a:off x="0" y="115"/>
          <a:ext cx="11716871" cy="10553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MY" sz="4400" kern="1200"/>
            <a:t>Learning agents</a:t>
          </a:r>
        </a:p>
      </dsp:txBody>
      <dsp:txXfrm>
        <a:off x="51517" y="51632"/>
        <a:ext cx="11613837" cy="952306"/>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71B0F6-EBEC-49DB-A3FF-3330B3689DDA}">
      <dsp:nvSpPr>
        <dsp:cNvPr id="0" name=""/>
        <dsp:cNvSpPr/>
      </dsp:nvSpPr>
      <dsp:spPr>
        <a:xfrm>
          <a:off x="0" y="9127"/>
          <a:ext cx="11267529"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MY" sz="4000" kern="1200"/>
            <a:t>AGENT ARCHITECTURES</a:t>
          </a:r>
        </a:p>
      </dsp:txBody>
      <dsp:txXfrm>
        <a:off x="46834" y="55961"/>
        <a:ext cx="11173861" cy="865732"/>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59A34-5726-4EA0-80DC-99E9E9C2DCBE}">
      <dsp:nvSpPr>
        <dsp:cNvPr id="0" name=""/>
        <dsp:cNvSpPr/>
      </dsp:nvSpPr>
      <dsp:spPr>
        <a:xfrm>
          <a:off x="0" y="4240"/>
          <a:ext cx="11707906" cy="10793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MY" sz="4500" kern="1200"/>
            <a:t>AGENT ARCHITECTURES</a:t>
          </a:r>
        </a:p>
      </dsp:txBody>
      <dsp:txXfrm>
        <a:off x="52688" y="56928"/>
        <a:ext cx="11602530" cy="973949"/>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73021C-056F-43A1-BB71-AA1FB8E26BB7}">
      <dsp:nvSpPr>
        <dsp:cNvPr id="0" name=""/>
        <dsp:cNvSpPr/>
      </dsp:nvSpPr>
      <dsp:spPr>
        <a:xfrm>
          <a:off x="0" y="4981"/>
          <a:ext cx="11246224"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MY" sz="4000" kern="1200"/>
            <a:t>AGENT ARCHITECTURES</a:t>
          </a:r>
        </a:p>
      </dsp:txBody>
      <dsp:txXfrm>
        <a:off x="46834" y="51815"/>
        <a:ext cx="11152556" cy="865732"/>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6CA00-7BCB-4D24-A07A-E6979ADB1D74}">
      <dsp:nvSpPr>
        <dsp:cNvPr id="0" name=""/>
        <dsp:cNvSpPr/>
      </dsp:nvSpPr>
      <dsp:spPr>
        <a:xfrm>
          <a:off x="0" y="3193"/>
          <a:ext cx="10515600" cy="131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MY" sz="5500" kern="1200"/>
            <a:t>Readings</a:t>
          </a:r>
        </a:p>
      </dsp:txBody>
      <dsp:txXfrm>
        <a:off x="64397" y="67590"/>
        <a:ext cx="10386806" cy="119038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8AEF5-DAFD-E817-6744-30CAD4245E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B110093E-2F01-505E-8E46-5BA3255ECC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AD6C9FBF-318B-7C59-C9F7-F21FC134FFD3}"/>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5" name="Footer Placeholder 4">
            <a:extLst>
              <a:ext uri="{FF2B5EF4-FFF2-40B4-BE49-F238E27FC236}">
                <a16:creationId xmlns:a16="http://schemas.microsoft.com/office/drawing/2014/main" id="{86DF590C-35AC-6361-DDE8-B42241F635C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778AAC52-44E8-B744-2CE2-63AE0C58F3A1}"/>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3293012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A30F9-6EE4-59E8-4743-63D3B5E0151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0FDB4AA0-55AF-32D5-3C7E-30236C2C13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37322439-5012-44F1-EC9E-0C9EE84E259F}"/>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5" name="Footer Placeholder 4">
            <a:extLst>
              <a:ext uri="{FF2B5EF4-FFF2-40B4-BE49-F238E27FC236}">
                <a16:creationId xmlns:a16="http://schemas.microsoft.com/office/drawing/2014/main" id="{7D736DCE-A5BA-E722-8287-D54D3C33C69B}"/>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F3DAEEB2-8CE9-E252-8FAC-8E22F23E6232}"/>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1405081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FF978-8A19-18F2-0011-BE8C4983CE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ABE1EDC1-FCC2-1D50-4C34-F02DB63CC8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BD25C3-822E-8838-FA11-35CAE7FDD91D}"/>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5" name="Footer Placeholder 4">
            <a:extLst>
              <a:ext uri="{FF2B5EF4-FFF2-40B4-BE49-F238E27FC236}">
                <a16:creationId xmlns:a16="http://schemas.microsoft.com/office/drawing/2014/main" id="{418BF102-FBA7-D0A0-C8FE-F0E0D72F068F}"/>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4F063E5-55E6-27D0-D97B-2F750A83B827}"/>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984838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A248B-4335-D8C3-435C-493AC12D26F8}"/>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8658626D-199C-502D-4D8C-7A770631D7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98A08346-F3B9-7451-8987-EFF60B8C84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F90EFAB7-2EC7-C3AB-03FD-8DFCECAF818F}"/>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6" name="Footer Placeholder 5">
            <a:extLst>
              <a:ext uri="{FF2B5EF4-FFF2-40B4-BE49-F238E27FC236}">
                <a16:creationId xmlns:a16="http://schemas.microsoft.com/office/drawing/2014/main" id="{2E60C5CD-81C7-82B8-0E77-0CFF178C6B01}"/>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527F45D7-7A78-1C93-E614-8DFC0B5A44AB}"/>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2218972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B79A5-F021-A9E0-1756-6B101D9EB092}"/>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BAC59B86-FCBE-58B9-553C-63D8732D91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068398-A547-605A-BCEA-C262BC481F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89E345B5-ADDF-3962-F91F-537601E0D2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B39A2A-68C9-6FC5-EE68-102FB45E0C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75495CD3-79EC-C699-C09A-FA5B201A8B19}"/>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8" name="Footer Placeholder 7">
            <a:extLst>
              <a:ext uri="{FF2B5EF4-FFF2-40B4-BE49-F238E27FC236}">
                <a16:creationId xmlns:a16="http://schemas.microsoft.com/office/drawing/2014/main" id="{004E1312-C6CD-ECC8-23E9-ABA9285C461C}"/>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EBB3C641-4117-948B-6614-F52225CECD94}"/>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2620393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812B-84A5-78BA-C3C8-8C955A9E2C20}"/>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3B9B5B7E-E28E-7462-94CC-50D6F022E477}"/>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4" name="Footer Placeholder 3">
            <a:extLst>
              <a:ext uri="{FF2B5EF4-FFF2-40B4-BE49-F238E27FC236}">
                <a16:creationId xmlns:a16="http://schemas.microsoft.com/office/drawing/2014/main" id="{E8AFE06A-55D3-E28C-3E1B-9A3B197EED29}"/>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849E495F-E5DE-929C-2FA4-2CC18A0FF8C6}"/>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3149939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1C8A5-9086-DD5D-32C7-24EF3E1772F6}"/>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3" name="Footer Placeholder 2">
            <a:extLst>
              <a:ext uri="{FF2B5EF4-FFF2-40B4-BE49-F238E27FC236}">
                <a16:creationId xmlns:a16="http://schemas.microsoft.com/office/drawing/2014/main" id="{A019797C-E5CC-7F12-01F3-5A2C466E6E37}"/>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7395463A-B9B1-51B5-94D7-77BE5307A678}"/>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2355719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F72BE-FF6C-B348-EC85-9B53359D8F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F60F8AB0-6AD5-A12E-209D-B13C4BB94B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34869EA3-68D8-7B40-44BF-924DE49B60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587896-5C6D-9AF6-3EE5-81AB81B2B2F6}"/>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6" name="Footer Placeholder 5">
            <a:extLst>
              <a:ext uri="{FF2B5EF4-FFF2-40B4-BE49-F238E27FC236}">
                <a16:creationId xmlns:a16="http://schemas.microsoft.com/office/drawing/2014/main" id="{36FC14C0-BFAD-BB2F-1C7E-D52B91156C4D}"/>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199D44D9-36C8-5F8F-3B6B-1BB6AC121CBA}"/>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4191141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1C8AD-72A5-AE29-7276-5A9D3489FA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7895B2A6-90D0-BE34-BAFC-DB60A7CF7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F83BBC54-0F64-7FBD-EC3D-848C0C0862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DE2D13-895D-E9F9-0426-52B488F6798F}"/>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6" name="Footer Placeholder 5">
            <a:extLst>
              <a:ext uri="{FF2B5EF4-FFF2-40B4-BE49-F238E27FC236}">
                <a16:creationId xmlns:a16="http://schemas.microsoft.com/office/drawing/2014/main" id="{6EB57E9E-CE21-96F7-3549-DD709D5E258A}"/>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95DE0692-B5A4-46ED-4EB1-3893ACF34054}"/>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1200022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8A17B-8D5A-A87E-2121-28C98A6707F7}"/>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F0543DEA-1658-90CB-F0AB-97D6F351F5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3F2C614-F832-AC51-9760-3077CE01B57C}"/>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5" name="Footer Placeholder 4">
            <a:extLst>
              <a:ext uri="{FF2B5EF4-FFF2-40B4-BE49-F238E27FC236}">
                <a16:creationId xmlns:a16="http://schemas.microsoft.com/office/drawing/2014/main" id="{388BB879-9E5B-6760-BFCD-04CF4D24BEE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728C790C-E7A8-5555-A6A7-BDA475308D1A}"/>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314277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23C396-FEB9-287C-E437-EC938E5061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DC0995A1-BBAE-4498-B5F6-B62D4ADD7B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48E316FA-84FA-6638-344C-3D4A50B3B85E}"/>
              </a:ext>
            </a:extLst>
          </p:cNvPr>
          <p:cNvSpPr>
            <a:spLocks noGrp="1"/>
          </p:cNvSpPr>
          <p:nvPr>
            <p:ph type="dt" sz="half" idx="10"/>
          </p:nvPr>
        </p:nvSpPr>
        <p:spPr/>
        <p:txBody>
          <a:bodyPr/>
          <a:lstStyle/>
          <a:p>
            <a:fld id="{8BF6B62F-CF77-46A6-A3C5-5135EBEFE6FB}" type="datetimeFigureOut">
              <a:rPr lang="en-MY" smtClean="0"/>
              <a:t>11/2/2025</a:t>
            </a:fld>
            <a:endParaRPr lang="en-MY"/>
          </a:p>
        </p:txBody>
      </p:sp>
      <p:sp>
        <p:nvSpPr>
          <p:cNvPr id="5" name="Footer Placeholder 4">
            <a:extLst>
              <a:ext uri="{FF2B5EF4-FFF2-40B4-BE49-F238E27FC236}">
                <a16:creationId xmlns:a16="http://schemas.microsoft.com/office/drawing/2014/main" id="{1E10F7C1-9E20-2E87-9B93-4F9880DC0FF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3C34B1BF-E6FD-1FB0-E191-226B1B0E8928}"/>
              </a:ext>
            </a:extLst>
          </p:cNvPr>
          <p:cNvSpPr>
            <a:spLocks noGrp="1"/>
          </p:cNvSpPr>
          <p:nvPr>
            <p:ph type="sldNum" sz="quarter" idx="12"/>
          </p:nvPr>
        </p:nvSpPr>
        <p:spPr/>
        <p:txBody>
          <a:bodyPr/>
          <a:lstStyle/>
          <a:p>
            <a:fld id="{F53675FB-FD3A-4935-9AFE-01305D006690}" type="slidenum">
              <a:rPr lang="en-MY" smtClean="0"/>
              <a:t>‹#›</a:t>
            </a:fld>
            <a:endParaRPr lang="en-MY"/>
          </a:p>
        </p:txBody>
      </p:sp>
    </p:spTree>
    <p:extLst>
      <p:ext uri="{BB962C8B-B14F-4D97-AF65-F5344CB8AC3E}">
        <p14:creationId xmlns:p14="http://schemas.microsoft.com/office/powerpoint/2010/main" val="177122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43F18-D1C4-BBF0-C7E0-1136D84FFA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3E98A946-25C7-B2C3-2946-CD63242E90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188DBBB-04C6-391D-47D8-592B6C1872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F6B62F-CF77-46A6-A3C5-5135EBEFE6FB}" type="datetimeFigureOut">
              <a:rPr lang="en-MY" smtClean="0"/>
              <a:t>11/2/2025</a:t>
            </a:fld>
            <a:endParaRPr lang="en-MY"/>
          </a:p>
        </p:txBody>
      </p:sp>
      <p:sp>
        <p:nvSpPr>
          <p:cNvPr id="5" name="Footer Placeholder 4">
            <a:extLst>
              <a:ext uri="{FF2B5EF4-FFF2-40B4-BE49-F238E27FC236}">
                <a16:creationId xmlns:a16="http://schemas.microsoft.com/office/drawing/2014/main" id="{EB89AB2D-8459-BFE6-D73E-CD1523E92F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5498830F-8326-9178-1B16-CBF6485A4A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3675FB-FD3A-4935-9AFE-01305D006690}" type="slidenum">
              <a:rPr lang="en-MY" smtClean="0"/>
              <a:t>‹#›</a:t>
            </a:fld>
            <a:endParaRPr lang="en-MY"/>
          </a:p>
        </p:txBody>
      </p:sp>
    </p:spTree>
    <p:extLst>
      <p:ext uri="{BB962C8B-B14F-4D97-AF65-F5344CB8AC3E}">
        <p14:creationId xmlns:p14="http://schemas.microsoft.com/office/powerpoint/2010/main" val="855205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3.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diagramLayout" Target="../diagrams/layout13.xml"/><Relationship Id="rId7" Type="http://schemas.openxmlformats.org/officeDocument/2006/relationships/diagramData" Target="../diagrams/data14.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8.xml"/><Relationship Id="rId3" Type="http://schemas.openxmlformats.org/officeDocument/2006/relationships/diagramLayout" Target="../diagrams/layout17.xml"/><Relationship Id="rId7" Type="http://schemas.openxmlformats.org/officeDocument/2006/relationships/diagramData" Target="../diagrams/data18.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11" Type="http://schemas.microsoft.com/office/2007/relationships/diagramDrawing" Target="../diagrams/drawing18.xml"/><Relationship Id="rId5" Type="http://schemas.openxmlformats.org/officeDocument/2006/relationships/diagramColors" Target="../diagrams/colors17.xml"/><Relationship Id="rId10" Type="http://schemas.openxmlformats.org/officeDocument/2006/relationships/diagramColors" Target="../diagrams/colors18.xml"/><Relationship Id="rId4" Type="http://schemas.openxmlformats.org/officeDocument/2006/relationships/diagramQuickStyle" Target="../diagrams/quickStyle17.xml"/><Relationship Id="rId9" Type="http://schemas.openxmlformats.org/officeDocument/2006/relationships/diagramQuickStyle" Target="../diagrams/quickStyle18.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20.xml"/><Relationship Id="rId3" Type="http://schemas.openxmlformats.org/officeDocument/2006/relationships/diagramLayout" Target="../diagrams/layout19.xml"/><Relationship Id="rId7" Type="http://schemas.openxmlformats.org/officeDocument/2006/relationships/diagramData" Target="../diagrams/data20.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11" Type="http://schemas.microsoft.com/office/2007/relationships/diagramDrawing" Target="../diagrams/drawing20.xml"/><Relationship Id="rId5" Type="http://schemas.openxmlformats.org/officeDocument/2006/relationships/diagramColors" Target="../diagrams/colors19.xml"/><Relationship Id="rId10" Type="http://schemas.openxmlformats.org/officeDocument/2006/relationships/diagramColors" Target="../diagrams/colors20.xml"/><Relationship Id="rId4" Type="http://schemas.openxmlformats.org/officeDocument/2006/relationships/diagramQuickStyle" Target="../diagrams/quickStyle19.xml"/><Relationship Id="rId9" Type="http://schemas.openxmlformats.org/officeDocument/2006/relationships/diagramQuickStyle" Target="../diagrams/quickStyle20.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24.xml"/><Relationship Id="rId3" Type="http://schemas.openxmlformats.org/officeDocument/2006/relationships/diagramLayout" Target="../diagrams/layout23.xml"/><Relationship Id="rId7" Type="http://schemas.openxmlformats.org/officeDocument/2006/relationships/diagramData" Target="../diagrams/data24.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18.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diagramLayout" Target="../diagrams/layout28.xml"/><Relationship Id="rId7" Type="http://schemas.openxmlformats.org/officeDocument/2006/relationships/image" Target="../media/image4.jpg"/><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30.xml"/><Relationship Id="rId3" Type="http://schemas.openxmlformats.org/officeDocument/2006/relationships/diagramLayout" Target="../diagrams/layout29.xml"/><Relationship Id="rId7" Type="http://schemas.openxmlformats.org/officeDocument/2006/relationships/diagramData" Target="../diagrams/data30.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11" Type="http://schemas.microsoft.com/office/2007/relationships/diagramDrawing" Target="../diagrams/drawing30.xml"/><Relationship Id="rId5" Type="http://schemas.openxmlformats.org/officeDocument/2006/relationships/diagramColors" Target="../diagrams/colors29.xml"/><Relationship Id="rId10" Type="http://schemas.openxmlformats.org/officeDocument/2006/relationships/diagramColors" Target="../diagrams/colors30.xml"/><Relationship Id="rId4" Type="http://schemas.openxmlformats.org/officeDocument/2006/relationships/diagramQuickStyle" Target="../diagrams/quickStyle29.xml"/><Relationship Id="rId9" Type="http://schemas.openxmlformats.org/officeDocument/2006/relationships/diagramQuickStyle" Target="../diagrams/quickStyle30.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32.xml"/><Relationship Id="rId3" Type="http://schemas.openxmlformats.org/officeDocument/2006/relationships/diagramLayout" Target="../diagrams/layout31.xml"/><Relationship Id="rId7" Type="http://schemas.openxmlformats.org/officeDocument/2006/relationships/diagramData" Target="../diagrams/data32.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11" Type="http://schemas.microsoft.com/office/2007/relationships/diagramDrawing" Target="../diagrams/drawing32.xml"/><Relationship Id="rId5" Type="http://schemas.openxmlformats.org/officeDocument/2006/relationships/diagramColors" Target="../diagrams/colors31.xml"/><Relationship Id="rId10" Type="http://schemas.openxmlformats.org/officeDocument/2006/relationships/diagramColors" Target="../diagrams/colors32.xml"/><Relationship Id="rId4" Type="http://schemas.openxmlformats.org/officeDocument/2006/relationships/diagramQuickStyle" Target="../diagrams/quickStyle31.xml"/><Relationship Id="rId9" Type="http://schemas.openxmlformats.org/officeDocument/2006/relationships/diagramQuickStyle" Target="../diagrams/quickStyle3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7.xml"/><Relationship Id="rId7" Type="http://schemas.openxmlformats.org/officeDocument/2006/relationships/image" Target="../media/image6.png"/><Relationship Id="rId2" Type="http://schemas.openxmlformats.org/officeDocument/2006/relationships/diagramData" Target="../diagrams/data37.xml"/><Relationship Id="rId1" Type="http://schemas.openxmlformats.org/officeDocument/2006/relationships/slideLayout" Target="../slideLayouts/slideLayout6.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9.xml"/><Relationship Id="rId7" Type="http://schemas.openxmlformats.org/officeDocument/2006/relationships/image" Target="../media/image7.png"/><Relationship Id="rId2" Type="http://schemas.openxmlformats.org/officeDocument/2006/relationships/diagramData" Target="../diagrams/data39.xml"/><Relationship Id="rId1" Type="http://schemas.openxmlformats.org/officeDocument/2006/relationships/slideLayout" Target="../slideLayouts/slideLayout6.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1.xml"/><Relationship Id="rId7" Type="http://schemas.openxmlformats.org/officeDocument/2006/relationships/image" Target="../media/image8.png"/><Relationship Id="rId2" Type="http://schemas.openxmlformats.org/officeDocument/2006/relationships/diagramData" Target="../diagrams/data41.xml"/><Relationship Id="rId1" Type="http://schemas.openxmlformats.org/officeDocument/2006/relationships/slideLayout" Target="../slideLayouts/slideLayout6.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42.xml"/><Relationship Id="rId7" Type="http://schemas.openxmlformats.org/officeDocument/2006/relationships/image" Target="../media/image9.png"/><Relationship Id="rId2" Type="http://schemas.openxmlformats.org/officeDocument/2006/relationships/diagramData" Target="../diagrams/data42.xml"/><Relationship Id="rId1" Type="http://schemas.openxmlformats.org/officeDocument/2006/relationships/slideLayout" Target="../slideLayouts/slideLayout6.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3.xml"/><Relationship Id="rId7" Type="http://schemas.openxmlformats.org/officeDocument/2006/relationships/image" Target="../media/image10.png"/><Relationship Id="rId2" Type="http://schemas.openxmlformats.org/officeDocument/2006/relationships/diagramData" Target="../diagrams/data43.xml"/><Relationship Id="rId1" Type="http://schemas.openxmlformats.org/officeDocument/2006/relationships/slideLayout" Target="../slideLayouts/slideLayout6.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32.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diagramLayout" Target="../diagrams/layout44.xml"/><Relationship Id="rId7" Type="http://schemas.openxmlformats.org/officeDocument/2006/relationships/image" Target="../media/image11.jpg"/><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11" Type="http://schemas.openxmlformats.org/officeDocument/2006/relationships/image" Target="../media/image15.jpg"/><Relationship Id="rId5" Type="http://schemas.openxmlformats.org/officeDocument/2006/relationships/diagramColors" Target="../diagrams/colors44.xml"/><Relationship Id="rId10" Type="http://schemas.openxmlformats.org/officeDocument/2006/relationships/image" Target="../media/image14.jpg"/><Relationship Id="rId4" Type="http://schemas.openxmlformats.org/officeDocument/2006/relationships/diagramQuickStyle" Target="../diagrams/quickStyle44.xml"/><Relationship Id="rId9" Type="http://schemas.openxmlformats.org/officeDocument/2006/relationships/image" Target="../media/image13.jpg"/></Relationships>
</file>

<file path=ppt/slides/_rels/slide33.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diagramLayout" Target="../diagrams/layout45.xml"/><Relationship Id="rId7" Type="http://schemas.openxmlformats.org/officeDocument/2006/relationships/image" Target="../media/image16.jpg"/><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46.xml"/><Relationship Id="rId7" Type="http://schemas.openxmlformats.org/officeDocument/2006/relationships/image" Target="../media/image18.jpg"/><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2248" y="1198626"/>
            <a:ext cx="8204834" cy="756920"/>
          </a:xfrm>
          <a:prstGeom prst="rect">
            <a:avLst/>
          </a:prstGeom>
        </p:spPr>
        <p:txBody>
          <a:bodyPr vert="horz" wrap="square" lIns="0" tIns="12700" rIns="0" bIns="0" rtlCol="0">
            <a:spAutoFit/>
          </a:bodyPr>
          <a:lstStyle/>
          <a:p>
            <a:pPr marL="12700">
              <a:lnSpc>
                <a:spcPct val="100000"/>
              </a:lnSpc>
              <a:spcBef>
                <a:spcPts val="100"/>
              </a:spcBef>
            </a:pPr>
            <a:r>
              <a:rPr sz="4800" dirty="0">
                <a:solidFill>
                  <a:srgbClr val="1F3863"/>
                </a:solidFill>
              </a:rPr>
              <a:t>CS860:</a:t>
            </a:r>
            <a:r>
              <a:rPr sz="4800" spc="-335" dirty="0">
                <a:solidFill>
                  <a:srgbClr val="1F3863"/>
                </a:solidFill>
              </a:rPr>
              <a:t> </a:t>
            </a:r>
            <a:r>
              <a:rPr sz="4800" dirty="0">
                <a:solidFill>
                  <a:srgbClr val="1F3863"/>
                </a:solidFill>
              </a:rPr>
              <a:t>Artificial</a:t>
            </a:r>
            <a:r>
              <a:rPr sz="4800" spc="-215" dirty="0">
                <a:solidFill>
                  <a:srgbClr val="1F3863"/>
                </a:solidFill>
              </a:rPr>
              <a:t> </a:t>
            </a:r>
            <a:r>
              <a:rPr sz="4800" spc="-10" dirty="0">
                <a:solidFill>
                  <a:srgbClr val="1F3863"/>
                </a:solidFill>
              </a:rPr>
              <a:t>Intelligence</a:t>
            </a:r>
            <a:endParaRPr sz="4800"/>
          </a:p>
        </p:txBody>
      </p:sp>
      <p:sp>
        <p:nvSpPr>
          <p:cNvPr id="3" name="object 3"/>
          <p:cNvSpPr/>
          <p:nvPr/>
        </p:nvSpPr>
        <p:spPr>
          <a:xfrm>
            <a:off x="2004695" y="1884426"/>
            <a:ext cx="8181340" cy="64135"/>
          </a:xfrm>
          <a:custGeom>
            <a:avLst/>
            <a:gdLst/>
            <a:ahLst/>
            <a:cxnLst/>
            <a:rect l="l" t="t" r="r" b="b"/>
            <a:pathLst>
              <a:path w="8181340" h="64135">
                <a:moveTo>
                  <a:pt x="8180832" y="0"/>
                </a:moveTo>
                <a:lnTo>
                  <a:pt x="0" y="0"/>
                </a:lnTo>
                <a:lnTo>
                  <a:pt x="0" y="64008"/>
                </a:lnTo>
                <a:lnTo>
                  <a:pt x="8180832" y="64008"/>
                </a:lnTo>
                <a:lnTo>
                  <a:pt x="8180832" y="0"/>
                </a:lnTo>
                <a:close/>
              </a:path>
            </a:pathLst>
          </a:custGeom>
          <a:solidFill>
            <a:srgbClr val="1F3863"/>
          </a:solidFill>
        </p:spPr>
        <p:txBody>
          <a:bodyPr wrap="square" lIns="0" tIns="0" rIns="0" bIns="0" rtlCol="0"/>
          <a:lstStyle/>
          <a:p>
            <a:endParaRPr/>
          </a:p>
        </p:txBody>
      </p:sp>
      <p:sp>
        <p:nvSpPr>
          <p:cNvPr id="4" name="object 4"/>
          <p:cNvSpPr txBox="1"/>
          <p:nvPr/>
        </p:nvSpPr>
        <p:spPr>
          <a:xfrm>
            <a:off x="3589782" y="4869697"/>
            <a:ext cx="5080635" cy="1264000"/>
          </a:xfrm>
          <a:prstGeom prst="rect">
            <a:avLst/>
          </a:prstGeom>
        </p:spPr>
        <p:txBody>
          <a:bodyPr vert="horz" wrap="square" lIns="0" tIns="13335" rIns="0" bIns="0" rtlCol="0">
            <a:spAutoFit/>
          </a:bodyPr>
          <a:lstStyle/>
          <a:p>
            <a:pPr marL="283845" marR="5080" indent="-271780">
              <a:lnSpc>
                <a:spcPct val="155400"/>
              </a:lnSpc>
              <a:spcBef>
                <a:spcPts val="105"/>
              </a:spcBef>
            </a:pPr>
            <a:r>
              <a:rPr sz="2800" b="1" dirty="0">
                <a:latin typeface="Arial"/>
                <a:cs typeface="Arial"/>
              </a:rPr>
              <a:t>Lecture</a:t>
            </a:r>
            <a:r>
              <a:rPr sz="2800" b="1" spc="-60" dirty="0">
                <a:latin typeface="Arial"/>
                <a:cs typeface="Arial"/>
              </a:rPr>
              <a:t> </a:t>
            </a:r>
            <a:r>
              <a:rPr sz="2800" b="1" dirty="0">
                <a:latin typeface="Arial"/>
                <a:cs typeface="Arial"/>
              </a:rPr>
              <a:t>#</a:t>
            </a:r>
            <a:r>
              <a:rPr sz="2800" b="1" spc="-70" dirty="0">
                <a:latin typeface="Arial"/>
                <a:cs typeface="Arial"/>
              </a:rPr>
              <a:t> </a:t>
            </a:r>
            <a:r>
              <a:rPr sz="2800" b="1" dirty="0">
                <a:latin typeface="Arial"/>
                <a:cs typeface="Arial"/>
              </a:rPr>
              <a:t>1:</a:t>
            </a:r>
            <a:r>
              <a:rPr sz="2800" b="1" spc="-70" dirty="0">
                <a:latin typeface="Arial"/>
                <a:cs typeface="Arial"/>
              </a:rPr>
              <a:t> </a:t>
            </a:r>
            <a:r>
              <a:rPr lang="en-US" sz="2800" b="1" spc="-70" dirty="0">
                <a:latin typeface="Arial"/>
                <a:cs typeface="Arial"/>
              </a:rPr>
              <a:t>Intelligent Agents</a:t>
            </a:r>
            <a:r>
              <a:rPr sz="2800" b="1" spc="-25" dirty="0">
                <a:latin typeface="Arial"/>
                <a:cs typeface="Arial"/>
              </a:rPr>
              <a:t> </a:t>
            </a:r>
            <a:r>
              <a:rPr sz="2800" b="1" dirty="0">
                <a:latin typeface="Arial"/>
                <a:cs typeface="Arial"/>
              </a:rPr>
              <a:t>Instructor:</a:t>
            </a:r>
            <a:r>
              <a:rPr sz="2800" b="1" spc="-130" dirty="0">
                <a:latin typeface="Arial"/>
                <a:cs typeface="Arial"/>
              </a:rPr>
              <a:t> </a:t>
            </a:r>
            <a:r>
              <a:rPr sz="2800" b="1" dirty="0">
                <a:latin typeface="Arial"/>
                <a:cs typeface="Arial"/>
              </a:rPr>
              <a:t>Dr.</a:t>
            </a:r>
            <a:r>
              <a:rPr sz="2800" b="1" spc="-140" dirty="0">
                <a:latin typeface="Arial"/>
                <a:cs typeface="Arial"/>
              </a:rPr>
              <a:t> </a:t>
            </a:r>
            <a:r>
              <a:rPr lang="en-MY" sz="2800" b="1" dirty="0">
                <a:latin typeface="Arial"/>
                <a:cs typeface="Arial"/>
              </a:rPr>
              <a:t>Soyiba Jawed</a:t>
            </a:r>
            <a:endParaRPr sz="2800" dirty="0">
              <a:latin typeface="Arial"/>
              <a:cs typeface="Arial"/>
            </a:endParaRPr>
          </a:p>
        </p:txBody>
      </p:sp>
      <p:pic>
        <p:nvPicPr>
          <p:cNvPr id="5" name="object 5"/>
          <p:cNvPicPr/>
          <p:nvPr/>
        </p:nvPicPr>
        <p:blipFill>
          <a:blip r:embed="rId2" cstate="print"/>
          <a:stretch>
            <a:fillRect/>
          </a:stretch>
        </p:blipFill>
        <p:spPr>
          <a:xfrm>
            <a:off x="3738643" y="2327235"/>
            <a:ext cx="4760571" cy="20142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FEA3FAA-C987-836A-D51E-E3A137B5C38E}"/>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a:extLst>
              <a:ext uri="{FF2B5EF4-FFF2-40B4-BE49-F238E27FC236}">
                <a16:creationId xmlns:a16="http://schemas.microsoft.com/office/drawing/2014/main" id="{9166C90E-C287-2CA5-AB31-4A4A367B6724}"/>
              </a:ext>
            </a:extLst>
          </p:cNvPr>
          <p:cNvGraphicFramePr>
            <a:graphicFrameLocks noGrp="1"/>
          </p:cNvGraphicFramePr>
          <p:nvPr>
            <p:ph idx="1"/>
            <p:extLst>
              <p:ext uri="{D42A27DB-BD31-4B8C-83A1-F6EECF244321}">
                <p14:modId xmlns:p14="http://schemas.microsoft.com/office/powerpoint/2010/main" val="120848063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73317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61681BF-7B94-84D8-92B7-47C3D990AC9F}"/>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a:extLst>
              <a:ext uri="{FF2B5EF4-FFF2-40B4-BE49-F238E27FC236}">
                <a16:creationId xmlns:a16="http://schemas.microsoft.com/office/drawing/2014/main" id="{329C7FE1-CDBA-E6AA-B93E-C59972E4B958}"/>
              </a:ext>
            </a:extLst>
          </p:cNvPr>
          <p:cNvGraphicFramePr>
            <a:graphicFrameLocks noGrp="1"/>
          </p:cNvGraphicFramePr>
          <p:nvPr>
            <p:ph idx="1"/>
            <p:extLst>
              <p:ext uri="{D42A27DB-BD31-4B8C-83A1-F6EECF244321}">
                <p14:modId xmlns:p14="http://schemas.microsoft.com/office/powerpoint/2010/main" val="1340052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21263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30AC96E9-D669-10FA-515E-CF4E9A514CC3}"/>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9EDCEA5E-FF64-7816-A193-44078B4A9531}"/>
              </a:ext>
            </a:extLst>
          </p:cNvPr>
          <p:cNvSpPr>
            <a:spLocks noGrp="1"/>
          </p:cNvSpPr>
          <p:nvPr>
            <p:ph idx="1"/>
          </p:nvPr>
        </p:nvSpPr>
        <p:spPr/>
        <p:txBody>
          <a:bodyPr/>
          <a:lstStyle/>
          <a:p>
            <a:pPr marL="344170" indent="-344805">
              <a:lnSpc>
                <a:spcPct val="100000"/>
              </a:lnSpc>
              <a:spcBef>
                <a:spcPts val="105"/>
              </a:spcBef>
              <a:buChar char="•"/>
              <a:tabLst>
                <a:tab pos="344170" algn="l"/>
              </a:tabLst>
            </a:pPr>
            <a:r>
              <a:rPr lang="en-US" sz="2800" dirty="0">
                <a:latin typeface="Arial MT"/>
                <a:cs typeface="Arial MT"/>
              </a:rPr>
              <a:t>The</a:t>
            </a:r>
            <a:r>
              <a:rPr lang="en-US" sz="2800" spc="-35" dirty="0">
                <a:latin typeface="Arial MT"/>
                <a:cs typeface="Arial MT"/>
              </a:rPr>
              <a:t> </a:t>
            </a:r>
            <a:r>
              <a:rPr lang="en-US" sz="2800" dirty="0">
                <a:solidFill>
                  <a:srgbClr val="FF0000"/>
                </a:solidFill>
                <a:latin typeface="Arial MT"/>
                <a:cs typeface="Arial MT"/>
              </a:rPr>
              <a:t>agent</a:t>
            </a:r>
            <a:r>
              <a:rPr lang="en-US" sz="2800" spc="-30" dirty="0">
                <a:solidFill>
                  <a:srgbClr val="FF0000"/>
                </a:solidFill>
                <a:latin typeface="Arial MT"/>
                <a:cs typeface="Arial MT"/>
              </a:rPr>
              <a:t> </a:t>
            </a:r>
            <a:r>
              <a:rPr lang="en-US" sz="2800" dirty="0">
                <a:solidFill>
                  <a:srgbClr val="FF0000"/>
                </a:solidFill>
                <a:latin typeface="Arial MT"/>
                <a:cs typeface="Arial MT"/>
              </a:rPr>
              <a:t>function</a:t>
            </a:r>
            <a:r>
              <a:rPr lang="en-US" sz="2800" spc="-55" dirty="0">
                <a:solidFill>
                  <a:srgbClr val="FF0000"/>
                </a:solidFill>
                <a:latin typeface="Arial MT"/>
                <a:cs typeface="Arial MT"/>
              </a:rPr>
              <a:t> </a:t>
            </a:r>
            <a:r>
              <a:rPr lang="en-US" sz="2800" dirty="0">
                <a:latin typeface="Arial MT"/>
                <a:cs typeface="Arial MT"/>
              </a:rPr>
              <a:t>maps</a:t>
            </a:r>
            <a:r>
              <a:rPr lang="en-US" sz="2800" spc="-20" dirty="0">
                <a:latin typeface="Arial MT"/>
                <a:cs typeface="Arial MT"/>
              </a:rPr>
              <a:t> </a:t>
            </a:r>
            <a:r>
              <a:rPr lang="en-US" sz="2800" dirty="0">
                <a:latin typeface="Arial MT"/>
                <a:cs typeface="Arial MT"/>
              </a:rPr>
              <a:t>from</a:t>
            </a:r>
            <a:r>
              <a:rPr lang="en-US" sz="2800" spc="-35" dirty="0">
                <a:latin typeface="Arial MT"/>
                <a:cs typeface="Arial MT"/>
              </a:rPr>
              <a:t> </a:t>
            </a:r>
            <a:r>
              <a:rPr lang="en-US" sz="2800" dirty="0">
                <a:latin typeface="Arial MT"/>
                <a:cs typeface="Arial MT"/>
              </a:rPr>
              <a:t>percept</a:t>
            </a:r>
            <a:r>
              <a:rPr lang="en-US" sz="2800" spc="-45" dirty="0">
                <a:latin typeface="Arial MT"/>
                <a:cs typeface="Arial MT"/>
              </a:rPr>
              <a:t> </a:t>
            </a:r>
            <a:r>
              <a:rPr lang="en-US" sz="2800" spc="-10" dirty="0">
                <a:latin typeface="Arial MT"/>
                <a:cs typeface="Arial MT"/>
              </a:rPr>
              <a:t>histories </a:t>
            </a:r>
            <a:r>
              <a:rPr lang="en-US" sz="2800" dirty="0">
                <a:latin typeface="Arial MT"/>
                <a:cs typeface="Arial MT"/>
              </a:rPr>
              <a:t>to</a:t>
            </a:r>
            <a:r>
              <a:rPr lang="en-US" sz="2800" spc="-45" dirty="0">
                <a:latin typeface="Arial MT"/>
                <a:cs typeface="Arial MT"/>
              </a:rPr>
              <a:t> </a:t>
            </a:r>
            <a:r>
              <a:rPr lang="en-US" sz="2800" spc="-10" dirty="0">
                <a:latin typeface="Arial MT"/>
                <a:cs typeface="Arial MT"/>
              </a:rPr>
              <a:t>actions:</a:t>
            </a:r>
            <a:endParaRPr lang="en-US" sz="2800" dirty="0">
              <a:latin typeface="Arial MT"/>
              <a:cs typeface="Arial MT"/>
            </a:endParaRPr>
          </a:p>
          <a:p>
            <a:pPr marL="0" indent="0">
              <a:lnSpc>
                <a:spcPct val="100000"/>
              </a:lnSpc>
              <a:spcBef>
                <a:spcPts val="675"/>
              </a:spcBef>
              <a:buNone/>
            </a:pPr>
            <a:endParaRPr lang="en-US" sz="2800" dirty="0">
              <a:latin typeface="Arial MT"/>
              <a:cs typeface="Arial MT"/>
            </a:endParaRPr>
          </a:p>
          <a:p>
            <a:pPr marL="21590" indent="0" algn="ctr">
              <a:lnSpc>
                <a:spcPct val="100000"/>
              </a:lnSpc>
              <a:spcBef>
                <a:spcPts val="455"/>
              </a:spcBef>
              <a:buNone/>
            </a:pPr>
            <a:r>
              <a:rPr lang="en-US" sz="2800" dirty="0">
                <a:latin typeface="Arial MT"/>
                <a:cs typeface="Arial MT"/>
              </a:rPr>
              <a:t>[</a:t>
            </a:r>
            <a:r>
              <a:rPr lang="en-US" sz="2800" i="1" dirty="0">
                <a:latin typeface="Arial"/>
                <a:cs typeface="Arial"/>
              </a:rPr>
              <a:t>f </a:t>
            </a:r>
            <a:r>
              <a:rPr lang="en-US" sz="2800" dirty="0">
                <a:latin typeface="Arial MT"/>
                <a:cs typeface="Arial MT"/>
              </a:rPr>
              <a:t>:</a:t>
            </a:r>
            <a:r>
              <a:rPr lang="en-US" sz="2800" spc="-95" dirty="0">
                <a:latin typeface="Arial MT"/>
                <a:cs typeface="Arial MT"/>
              </a:rPr>
              <a:t> </a:t>
            </a:r>
            <a:r>
              <a:rPr lang="en-US" sz="2800" i="1" spc="-95" dirty="0">
                <a:latin typeface="Arial"/>
                <a:cs typeface="Arial"/>
              </a:rPr>
              <a:t>P*</a:t>
            </a:r>
            <a:r>
              <a:rPr lang="en-US" sz="2800" i="1" spc="-40" dirty="0">
                <a:latin typeface="Arial"/>
                <a:cs typeface="Arial"/>
              </a:rPr>
              <a:t> </a:t>
            </a:r>
            <a:r>
              <a:rPr lang="en-US" sz="2800" dirty="0">
                <a:latin typeface="Wingdings"/>
                <a:cs typeface="Wingdings"/>
              </a:rPr>
              <a:t></a:t>
            </a:r>
            <a:r>
              <a:rPr lang="en-US" sz="2800" spc="55" dirty="0">
                <a:latin typeface="Times New Roman"/>
                <a:cs typeface="Times New Roman"/>
              </a:rPr>
              <a:t> </a:t>
            </a:r>
            <a:r>
              <a:rPr lang="en-US" sz="2800" i="1" spc="-25" dirty="0">
                <a:latin typeface="Arial"/>
                <a:cs typeface="Arial"/>
              </a:rPr>
              <a:t>A</a:t>
            </a:r>
            <a:r>
              <a:rPr lang="en-US" sz="2800" spc="-25" dirty="0">
                <a:latin typeface="Arial MT"/>
                <a:cs typeface="Arial MT"/>
              </a:rPr>
              <a:t>]</a:t>
            </a:r>
            <a:endParaRPr lang="en-US" sz="2800" dirty="0">
              <a:latin typeface="Arial MT"/>
              <a:cs typeface="Arial MT"/>
            </a:endParaRPr>
          </a:p>
          <a:p>
            <a:pPr>
              <a:lnSpc>
                <a:spcPct val="100000"/>
              </a:lnSpc>
              <a:spcBef>
                <a:spcPts val="1700"/>
              </a:spcBef>
            </a:pPr>
            <a:endParaRPr lang="en-US" sz="2800" dirty="0">
              <a:latin typeface="Arial MT"/>
              <a:cs typeface="Arial MT"/>
            </a:endParaRPr>
          </a:p>
          <a:p>
            <a:pPr marL="344170" marR="1143000" indent="-344805">
              <a:lnSpc>
                <a:spcPct val="100000"/>
              </a:lnSpc>
              <a:buChar char="•"/>
              <a:tabLst>
                <a:tab pos="344170" algn="l"/>
              </a:tabLst>
            </a:pPr>
            <a:r>
              <a:rPr lang="en-US" sz="2800" dirty="0">
                <a:latin typeface="Arial MT"/>
                <a:cs typeface="Arial MT"/>
              </a:rPr>
              <a:t>The</a:t>
            </a:r>
            <a:r>
              <a:rPr lang="en-US" sz="2800" spc="-55" dirty="0">
                <a:latin typeface="Arial MT"/>
                <a:cs typeface="Arial MT"/>
              </a:rPr>
              <a:t> </a:t>
            </a:r>
            <a:r>
              <a:rPr lang="en-US" sz="2800" dirty="0">
                <a:solidFill>
                  <a:srgbClr val="FF0000"/>
                </a:solidFill>
                <a:latin typeface="Arial MT"/>
                <a:cs typeface="Arial MT"/>
              </a:rPr>
              <a:t>agent</a:t>
            </a:r>
            <a:r>
              <a:rPr lang="en-US" sz="2800" spc="-45" dirty="0">
                <a:solidFill>
                  <a:srgbClr val="FF0000"/>
                </a:solidFill>
                <a:latin typeface="Arial MT"/>
                <a:cs typeface="Arial MT"/>
              </a:rPr>
              <a:t> </a:t>
            </a:r>
            <a:r>
              <a:rPr lang="en-US" sz="2800" dirty="0">
                <a:solidFill>
                  <a:srgbClr val="FF0000"/>
                </a:solidFill>
                <a:latin typeface="Arial MT"/>
                <a:cs typeface="Arial MT"/>
              </a:rPr>
              <a:t>program</a:t>
            </a:r>
            <a:r>
              <a:rPr lang="en-US" sz="2800" spc="-40" dirty="0">
                <a:solidFill>
                  <a:srgbClr val="FF0000"/>
                </a:solidFill>
                <a:latin typeface="Arial MT"/>
                <a:cs typeface="Arial MT"/>
              </a:rPr>
              <a:t> </a:t>
            </a:r>
            <a:r>
              <a:rPr lang="en-US" sz="2800" dirty="0">
                <a:latin typeface="Arial MT"/>
                <a:cs typeface="Arial MT"/>
              </a:rPr>
              <a:t>runs</a:t>
            </a:r>
            <a:r>
              <a:rPr lang="en-US" sz="2800" spc="-40" dirty="0">
                <a:latin typeface="Arial MT"/>
                <a:cs typeface="Arial MT"/>
              </a:rPr>
              <a:t> </a:t>
            </a:r>
            <a:r>
              <a:rPr lang="en-US" sz="2800" dirty="0">
                <a:latin typeface="Arial MT"/>
                <a:cs typeface="Arial MT"/>
              </a:rPr>
              <a:t>on</a:t>
            </a:r>
            <a:r>
              <a:rPr lang="en-US" sz="2800" spc="-45" dirty="0">
                <a:latin typeface="Arial MT"/>
                <a:cs typeface="Arial MT"/>
              </a:rPr>
              <a:t> </a:t>
            </a:r>
            <a:r>
              <a:rPr lang="en-US" sz="2800" dirty="0">
                <a:latin typeface="Arial MT"/>
                <a:cs typeface="Arial MT"/>
              </a:rPr>
              <a:t>the</a:t>
            </a:r>
            <a:r>
              <a:rPr lang="en-US" sz="2800" spc="-45" dirty="0">
                <a:latin typeface="Arial MT"/>
                <a:cs typeface="Arial MT"/>
              </a:rPr>
              <a:t> </a:t>
            </a:r>
            <a:r>
              <a:rPr lang="en-US" sz="2800" spc="-10" dirty="0">
                <a:latin typeface="Arial MT"/>
                <a:cs typeface="Arial MT"/>
              </a:rPr>
              <a:t>physical </a:t>
            </a:r>
            <a:r>
              <a:rPr lang="en-US" sz="2800" dirty="0">
                <a:solidFill>
                  <a:srgbClr val="FF0000"/>
                </a:solidFill>
                <a:latin typeface="Arial MT"/>
                <a:cs typeface="Arial MT"/>
              </a:rPr>
              <a:t>architecture</a:t>
            </a:r>
            <a:r>
              <a:rPr lang="en-US" sz="2800" spc="-125" dirty="0">
                <a:solidFill>
                  <a:srgbClr val="FF0000"/>
                </a:solidFill>
                <a:latin typeface="Arial MT"/>
                <a:cs typeface="Arial MT"/>
              </a:rPr>
              <a:t> </a:t>
            </a:r>
            <a:r>
              <a:rPr lang="en-US" sz="2800" dirty="0">
                <a:latin typeface="Arial MT"/>
                <a:cs typeface="Arial MT"/>
              </a:rPr>
              <a:t>to</a:t>
            </a:r>
            <a:r>
              <a:rPr lang="en-US" sz="2800" spc="-50" dirty="0">
                <a:latin typeface="Arial MT"/>
                <a:cs typeface="Arial MT"/>
              </a:rPr>
              <a:t> </a:t>
            </a:r>
            <a:r>
              <a:rPr lang="en-US" sz="2800" dirty="0">
                <a:latin typeface="Arial MT"/>
                <a:cs typeface="Arial MT"/>
              </a:rPr>
              <a:t>produce</a:t>
            </a:r>
            <a:r>
              <a:rPr lang="en-US" sz="2800" spc="-55" dirty="0">
                <a:latin typeface="Arial MT"/>
                <a:cs typeface="Arial MT"/>
              </a:rPr>
              <a:t> </a:t>
            </a:r>
            <a:r>
              <a:rPr lang="en-US" sz="2800" i="1" spc="-50" dirty="0">
                <a:latin typeface="Arial"/>
                <a:cs typeface="Arial"/>
              </a:rPr>
              <a:t>f</a:t>
            </a:r>
            <a:endParaRPr lang="en-US" sz="2800" dirty="0">
              <a:latin typeface="Arial"/>
              <a:cs typeface="Arial"/>
            </a:endParaRPr>
          </a:p>
          <a:p>
            <a:endParaRPr lang="en-MY" dirty="0"/>
          </a:p>
        </p:txBody>
      </p:sp>
      <p:pic>
        <p:nvPicPr>
          <p:cNvPr id="5" name="object 4">
            <a:extLst>
              <a:ext uri="{FF2B5EF4-FFF2-40B4-BE49-F238E27FC236}">
                <a16:creationId xmlns:a16="http://schemas.microsoft.com/office/drawing/2014/main" id="{477F57FD-3171-BC2A-07FA-CE7C0757F8BB}"/>
              </a:ext>
            </a:extLst>
          </p:cNvPr>
          <p:cNvPicPr/>
          <p:nvPr/>
        </p:nvPicPr>
        <p:blipFill>
          <a:blip r:embed="rId7" cstate="print"/>
          <a:stretch>
            <a:fillRect/>
          </a:stretch>
        </p:blipFill>
        <p:spPr>
          <a:xfrm>
            <a:off x="7552764" y="2400995"/>
            <a:ext cx="3733800" cy="1600299"/>
          </a:xfrm>
          <a:prstGeom prst="rect">
            <a:avLst/>
          </a:prstGeom>
        </p:spPr>
      </p:pic>
    </p:spTree>
    <p:extLst>
      <p:ext uri="{BB962C8B-B14F-4D97-AF65-F5344CB8AC3E}">
        <p14:creationId xmlns:p14="http://schemas.microsoft.com/office/powerpoint/2010/main" val="3021445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FB5D7D52-AED1-E995-1DEF-EF8DDD8C4EBE}"/>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96419435-9E09-B31E-6521-CBE5FF799747}"/>
              </a:ext>
            </a:extLst>
          </p:cNvPr>
          <p:cNvSpPr>
            <a:spLocks noGrp="1"/>
          </p:cNvSpPr>
          <p:nvPr>
            <p:ph idx="1"/>
          </p:nvPr>
        </p:nvSpPr>
        <p:spPr/>
        <p:txBody>
          <a:bodyPr/>
          <a:lstStyle/>
          <a:p>
            <a:pPr marL="344170" indent="-344805">
              <a:lnSpc>
                <a:spcPct val="100000"/>
              </a:lnSpc>
              <a:spcBef>
                <a:spcPts val="90"/>
              </a:spcBef>
              <a:buChar char="•"/>
              <a:tabLst>
                <a:tab pos="344170" algn="l"/>
              </a:tabLst>
            </a:pPr>
            <a:r>
              <a:rPr lang="en-US" sz="2800" dirty="0">
                <a:latin typeface="Arial MT"/>
                <a:cs typeface="Arial MT"/>
              </a:rPr>
              <a:t>Percepts:</a:t>
            </a:r>
            <a:r>
              <a:rPr lang="en-US" sz="2800" spc="-125" dirty="0">
                <a:latin typeface="Arial MT"/>
                <a:cs typeface="Arial MT"/>
              </a:rPr>
              <a:t> </a:t>
            </a:r>
            <a:r>
              <a:rPr lang="en-US" sz="2800" dirty="0">
                <a:latin typeface="Arial MT"/>
                <a:cs typeface="Arial MT"/>
              </a:rPr>
              <a:t>location</a:t>
            </a:r>
            <a:r>
              <a:rPr lang="en-US" sz="2800" spc="-105" dirty="0">
                <a:latin typeface="Arial MT"/>
                <a:cs typeface="Arial MT"/>
              </a:rPr>
              <a:t> </a:t>
            </a:r>
            <a:r>
              <a:rPr lang="en-US" sz="2800" dirty="0">
                <a:latin typeface="Arial MT"/>
                <a:cs typeface="Arial MT"/>
              </a:rPr>
              <a:t>and</a:t>
            </a:r>
            <a:r>
              <a:rPr lang="en-US" sz="2800" spc="-80" dirty="0">
                <a:latin typeface="Arial MT"/>
                <a:cs typeface="Arial MT"/>
              </a:rPr>
              <a:t> </a:t>
            </a:r>
            <a:r>
              <a:rPr lang="en-US" sz="2800" dirty="0">
                <a:latin typeface="Arial MT"/>
                <a:cs typeface="Arial MT"/>
              </a:rPr>
              <a:t>contents,</a:t>
            </a:r>
            <a:r>
              <a:rPr lang="en-US" sz="2800" spc="-105" dirty="0">
                <a:latin typeface="Arial MT"/>
                <a:cs typeface="Arial MT"/>
              </a:rPr>
              <a:t> </a:t>
            </a:r>
            <a:r>
              <a:rPr lang="en-US" sz="2800" spc="-10" dirty="0">
                <a:latin typeface="Arial MT"/>
                <a:cs typeface="Arial MT"/>
              </a:rPr>
              <a:t>e.g., [</a:t>
            </a:r>
            <a:r>
              <a:rPr lang="en-US" sz="2800" spc="-10" dirty="0" err="1">
                <a:latin typeface="Arial MT"/>
                <a:cs typeface="Arial MT"/>
              </a:rPr>
              <a:t>A,Dirty</a:t>
            </a:r>
            <a:r>
              <a:rPr lang="en-US" sz="2800" spc="-10" dirty="0">
                <a:latin typeface="Arial MT"/>
                <a:cs typeface="Arial MT"/>
              </a:rPr>
              <a:t>]</a:t>
            </a:r>
            <a:endParaRPr lang="en-US" sz="2800" dirty="0">
              <a:latin typeface="Arial MT"/>
              <a:cs typeface="Arial MT"/>
            </a:endParaRPr>
          </a:p>
          <a:p>
            <a:pPr>
              <a:lnSpc>
                <a:spcPct val="100000"/>
              </a:lnSpc>
              <a:spcBef>
                <a:spcPts val="770"/>
              </a:spcBef>
            </a:pPr>
            <a:endParaRPr lang="en-US" sz="2800" dirty="0">
              <a:latin typeface="Arial MT"/>
              <a:cs typeface="Arial MT"/>
            </a:endParaRPr>
          </a:p>
          <a:p>
            <a:pPr marL="344170" indent="-344170">
              <a:lnSpc>
                <a:spcPct val="100000"/>
              </a:lnSpc>
              <a:spcBef>
                <a:spcPts val="765"/>
              </a:spcBef>
              <a:buChar char="•"/>
              <a:tabLst>
                <a:tab pos="344170" algn="l"/>
              </a:tabLst>
            </a:pPr>
            <a:r>
              <a:rPr lang="en-US" sz="2800" dirty="0">
                <a:latin typeface="Arial MT"/>
                <a:cs typeface="Arial MT"/>
              </a:rPr>
              <a:t>Actions:</a:t>
            </a:r>
            <a:r>
              <a:rPr lang="en-US" sz="2800" spc="-114" dirty="0">
                <a:latin typeface="Arial MT"/>
                <a:cs typeface="Arial MT"/>
              </a:rPr>
              <a:t> </a:t>
            </a:r>
            <a:r>
              <a:rPr lang="en-US" sz="2800" i="1" dirty="0">
                <a:latin typeface="Arial"/>
                <a:cs typeface="Arial"/>
              </a:rPr>
              <a:t>Left</a:t>
            </a:r>
            <a:r>
              <a:rPr lang="en-US" sz="2800" dirty="0">
                <a:latin typeface="Arial MT"/>
                <a:cs typeface="Arial MT"/>
              </a:rPr>
              <a:t>,</a:t>
            </a:r>
            <a:r>
              <a:rPr lang="en-US" sz="2800" spc="-80" dirty="0">
                <a:latin typeface="Arial MT"/>
                <a:cs typeface="Arial MT"/>
              </a:rPr>
              <a:t> </a:t>
            </a:r>
            <a:r>
              <a:rPr lang="en-US" sz="2800" i="1" dirty="0">
                <a:latin typeface="Arial"/>
                <a:cs typeface="Arial"/>
              </a:rPr>
              <a:t>Right</a:t>
            </a:r>
            <a:r>
              <a:rPr lang="en-US" sz="2800" dirty="0">
                <a:latin typeface="Arial MT"/>
                <a:cs typeface="Arial MT"/>
              </a:rPr>
              <a:t>,</a:t>
            </a:r>
            <a:r>
              <a:rPr lang="en-US" sz="2800" spc="-90" dirty="0">
                <a:latin typeface="Arial MT"/>
                <a:cs typeface="Arial MT"/>
              </a:rPr>
              <a:t> </a:t>
            </a:r>
            <a:r>
              <a:rPr lang="en-US" sz="2800" i="1" dirty="0">
                <a:latin typeface="Arial"/>
                <a:cs typeface="Arial"/>
              </a:rPr>
              <a:t>Suck</a:t>
            </a:r>
            <a:r>
              <a:rPr lang="en-US" sz="2800" dirty="0">
                <a:latin typeface="Arial MT"/>
                <a:cs typeface="Arial MT"/>
              </a:rPr>
              <a:t>,</a:t>
            </a:r>
            <a:r>
              <a:rPr lang="en-US" sz="2800" spc="-100" dirty="0">
                <a:latin typeface="Arial MT"/>
                <a:cs typeface="Arial MT"/>
              </a:rPr>
              <a:t> </a:t>
            </a:r>
            <a:r>
              <a:rPr lang="en-US" sz="2800" i="1" spc="-20" dirty="0" err="1">
                <a:latin typeface="Arial"/>
                <a:cs typeface="Arial"/>
              </a:rPr>
              <a:t>NoOp</a:t>
            </a:r>
            <a:endParaRPr lang="en-US" sz="2800" dirty="0">
              <a:latin typeface="Arial"/>
              <a:cs typeface="Arial"/>
            </a:endParaRPr>
          </a:p>
          <a:p>
            <a:endParaRPr lang="en-MY" dirty="0"/>
          </a:p>
        </p:txBody>
      </p:sp>
      <p:pic>
        <p:nvPicPr>
          <p:cNvPr id="4" name="object 4">
            <a:extLst>
              <a:ext uri="{FF2B5EF4-FFF2-40B4-BE49-F238E27FC236}">
                <a16:creationId xmlns:a16="http://schemas.microsoft.com/office/drawing/2014/main" id="{6B211C29-72C7-A7B4-664C-8201968F2947}"/>
              </a:ext>
            </a:extLst>
          </p:cNvPr>
          <p:cNvPicPr/>
          <p:nvPr/>
        </p:nvPicPr>
        <p:blipFill>
          <a:blip r:embed="rId7" cstate="print"/>
          <a:stretch>
            <a:fillRect/>
          </a:stretch>
        </p:blipFill>
        <p:spPr>
          <a:xfrm>
            <a:off x="6934768" y="3505772"/>
            <a:ext cx="2450202" cy="1230214"/>
          </a:xfrm>
          <a:prstGeom prst="rect">
            <a:avLst/>
          </a:prstGeom>
        </p:spPr>
      </p:pic>
    </p:spTree>
    <p:extLst>
      <p:ext uri="{BB962C8B-B14F-4D97-AF65-F5344CB8AC3E}">
        <p14:creationId xmlns:p14="http://schemas.microsoft.com/office/powerpoint/2010/main" val="2688395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C0CEAAA-84E3-9357-E0F5-F8EAAD6D42D1}"/>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a:extLst>
              <a:ext uri="{FF2B5EF4-FFF2-40B4-BE49-F238E27FC236}">
                <a16:creationId xmlns:a16="http://schemas.microsoft.com/office/drawing/2014/main" id="{402DC4CE-134B-B72E-3C6B-ECBE3B07CC1C}"/>
              </a:ext>
            </a:extLst>
          </p:cNvPr>
          <p:cNvGraphicFramePr>
            <a:graphicFrameLocks noGrp="1"/>
          </p:cNvGraphicFramePr>
          <p:nvPr>
            <p:ph idx="1"/>
            <p:extLst>
              <p:ext uri="{D42A27DB-BD31-4B8C-83A1-F6EECF244321}">
                <p14:modId xmlns:p14="http://schemas.microsoft.com/office/powerpoint/2010/main" val="173849077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46308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980B084-824E-0750-7E3E-C7B433920369}"/>
              </a:ext>
            </a:extLst>
          </p:cNvPr>
          <p:cNvGraphicFramePr/>
          <p:nvPr>
            <p:extLst>
              <p:ext uri="{D42A27DB-BD31-4B8C-83A1-F6EECF244321}">
                <p14:modId xmlns:p14="http://schemas.microsoft.com/office/powerpoint/2010/main" val="2620132719"/>
              </p:ext>
            </p:extLst>
          </p:nvPr>
        </p:nvGraphicFramePr>
        <p:xfrm>
          <a:off x="300317" y="181557"/>
          <a:ext cx="10515600" cy="1225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C49EC65C-0458-BBCB-E2EB-FCD4A63B028F}"/>
              </a:ext>
            </a:extLst>
          </p:cNvPr>
          <p:cNvGraphicFramePr/>
          <p:nvPr/>
        </p:nvGraphicFramePr>
        <p:xfrm>
          <a:off x="838200" y="1843555"/>
          <a:ext cx="10515600" cy="236828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3727D8A-CF2D-CA94-C148-2564A8CA1317}"/>
              </a:ext>
            </a:extLst>
          </p:cNvPr>
          <p:cNvGraphicFramePr/>
          <p:nvPr>
            <p:extLst>
              <p:ext uri="{D42A27DB-BD31-4B8C-83A1-F6EECF244321}">
                <p14:modId xmlns:p14="http://schemas.microsoft.com/office/powerpoint/2010/main" val="1153789034"/>
              </p:ext>
            </p:extLst>
          </p:nvPr>
        </p:nvGraphicFramePr>
        <p:xfrm>
          <a:off x="663257" y="235345"/>
          <a:ext cx="10506767" cy="1339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6F0F506F-E709-7F1E-DC20-34CAA49FA458}"/>
              </a:ext>
            </a:extLst>
          </p:cNvPr>
          <p:cNvGraphicFramePr/>
          <p:nvPr>
            <p:extLst>
              <p:ext uri="{D42A27DB-BD31-4B8C-83A1-F6EECF244321}">
                <p14:modId xmlns:p14="http://schemas.microsoft.com/office/powerpoint/2010/main" val="202078885"/>
              </p:ext>
            </p:extLst>
          </p:nvPr>
        </p:nvGraphicFramePr>
        <p:xfrm>
          <a:off x="2055523" y="1387049"/>
          <a:ext cx="7722234" cy="537390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EE1754F-F424-29EE-4A91-4CF4E7F74FE0}"/>
              </a:ext>
            </a:extLst>
          </p:cNvPr>
          <p:cNvGraphicFramePr/>
          <p:nvPr>
            <p:extLst>
              <p:ext uri="{D42A27DB-BD31-4B8C-83A1-F6EECF244321}">
                <p14:modId xmlns:p14="http://schemas.microsoft.com/office/powerpoint/2010/main" val="1778565986"/>
              </p:ext>
            </p:extLst>
          </p:nvPr>
        </p:nvGraphicFramePr>
        <p:xfrm>
          <a:off x="282388" y="109839"/>
          <a:ext cx="10511118" cy="10197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3A71173A-E5F3-6E73-A5BC-D1F7B712D644}"/>
              </a:ext>
            </a:extLst>
          </p:cNvPr>
          <p:cNvGraphicFramePr/>
          <p:nvPr>
            <p:extLst>
              <p:ext uri="{D42A27DB-BD31-4B8C-83A1-F6EECF244321}">
                <p14:modId xmlns:p14="http://schemas.microsoft.com/office/powerpoint/2010/main" val="1069257124"/>
              </p:ext>
            </p:extLst>
          </p:nvPr>
        </p:nvGraphicFramePr>
        <p:xfrm>
          <a:off x="1405516" y="1627841"/>
          <a:ext cx="8061213" cy="38675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8A0B85F-8B5A-F79B-C6C5-CE490089EED7}"/>
              </a:ext>
            </a:extLst>
          </p:cNvPr>
          <p:cNvGraphicFramePr/>
          <p:nvPr>
            <p:extLst>
              <p:ext uri="{D42A27DB-BD31-4B8C-83A1-F6EECF244321}">
                <p14:modId xmlns:p14="http://schemas.microsoft.com/office/powerpoint/2010/main" val="2903584965"/>
              </p:ext>
            </p:extLst>
          </p:nvPr>
        </p:nvGraphicFramePr>
        <p:xfrm>
          <a:off x="246529" y="122543"/>
          <a:ext cx="10860741" cy="10876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2621E504-2D0F-66EC-6FAE-3B2DA55CF27A}"/>
              </a:ext>
            </a:extLst>
          </p:cNvPr>
          <p:cNvGraphicFramePr/>
          <p:nvPr>
            <p:extLst>
              <p:ext uri="{D42A27DB-BD31-4B8C-83A1-F6EECF244321}">
                <p14:modId xmlns:p14="http://schemas.microsoft.com/office/powerpoint/2010/main" val="2988594435"/>
              </p:ext>
            </p:extLst>
          </p:nvPr>
        </p:nvGraphicFramePr>
        <p:xfrm>
          <a:off x="717176" y="1380565"/>
          <a:ext cx="10390094" cy="484094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48A1EE9-178C-8CBA-5B6E-D6FF7BA2E821}"/>
              </a:ext>
            </a:extLst>
          </p:cNvPr>
          <p:cNvGraphicFramePr/>
          <p:nvPr>
            <p:extLst>
              <p:ext uri="{D42A27DB-BD31-4B8C-83A1-F6EECF244321}">
                <p14:modId xmlns:p14="http://schemas.microsoft.com/office/powerpoint/2010/main" val="2290764022"/>
              </p:ext>
            </p:extLst>
          </p:nvPr>
        </p:nvGraphicFramePr>
        <p:xfrm>
          <a:off x="327212" y="316028"/>
          <a:ext cx="10771094" cy="10476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2880165A-693B-CE77-C224-E03E4BDC9EEC}"/>
              </a:ext>
            </a:extLst>
          </p:cNvPr>
          <p:cNvGraphicFramePr/>
          <p:nvPr/>
        </p:nvGraphicFramePr>
        <p:xfrm>
          <a:off x="2059940" y="1525321"/>
          <a:ext cx="7334250" cy="396903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29FBCEF-650B-868F-C3F4-A9EA624AED75}"/>
              </a:ext>
            </a:extLst>
          </p:cNvPr>
          <p:cNvGraphicFramePr/>
          <p:nvPr>
            <p:extLst>
              <p:ext uri="{D42A27DB-BD31-4B8C-83A1-F6EECF244321}">
                <p14:modId xmlns:p14="http://schemas.microsoft.com/office/powerpoint/2010/main" val="3174531543"/>
              </p:ext>
            </p:extLst>
          </p:nvPr>
        </p:nvGraphicFramePr>
        <p:xfrm>
          <a:off x="443752" y="199486"/>
          <a:ext cx="10824883" cy="1055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DF3E9923-A205-28CB-EEA7-D54430B45E3B}"/>
              </a:ext>
            </a:extLst>
          </p:cNvPr>
          <p:cNvGraphicFramePr/>
          <p:nvPr/>
        </p:nvGraphicFramePr>
        <p:xfrm>
          <a:off x="753035" y="1825625"/>
          <a:ext cx="10515600" cy="267637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C669891-5986-F06A-1A37-57BEEC55CF24}"/>
              </a:ext>
            </a:extLst>
          </p:cNvPr>
          <p:cNvGraphicFramePr/>
          <p:nvPr>
            <p:extLst>
              <p:ext uri="{D42A27DB-BD31-4B8C-83A1-F6EECF244321}">
                <p14:modId xmlns:p14="http://schemas.microsoft.com/office/powerpoint/2010/main" val="40411528"/>
              </p:ext>
            </p:extLst>
          </p:nvPr>
        </p:nvGraphicFramePr>
        <p:xfrm>
          <a:off x="201706" y="253274"/>
          <a:ext cx="10869706" cy="10466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8A395240-4208-04B5-38D5-7A7A2C3419FB}"/>
              </a:ext>
            </a:extLst>
          </p:cNvPr>
          <p:cNvGraphicFramePr/>
          <p:nvPr>
            <p:extLst>
              <p:ext uri="{D42A27DB-BD31-4B8C-83A1-F6EECF244321}">
                <p14:modId xmlns:p14="http://schemas.microsoft.com/office/powerpoint/2010/main" val="1008899649"/>
              </p:ext>
            </p:extLst>
          </p:nvPr>
        </p:nvGraphicFramePr>
        <p:xfrm>
          <a:off x="1423446" y="1852139"/>
          <a:ext cx="8064500" cy="427873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3B95D01-5ED1-0C5E-3321-5C975A5933F5}"/>
              </a:ext>
            </a:extLst>
          </p:cNvPr>
          <p:cNvGraphicFramePr/>
          <p:nvPr>
            <p:extLst>
              <p:ext uri="{D42A27DB-BD31-4B8C-83A1-F6EECF244321}">
                <p14:modId xmlns:p14="http://schemas.microsoft.com/office/powerpoint/2010/main" val="1072699553"/>
              </p:ext>
            </p:extLst>
          </p:nvPr>
        </p:nvGraphicFramePr>
        <p:xfrm>
          <a:off x="165847" y="235345"/>
          <a:ext cx="11075894" cy="9928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D510E700-DBB2-304B-5EF1-0AB9CBAE6ABE}"/>
              </a:ext>
            </a:extLst>
          </p:cNvPr>
          <p:cNvGraphicFramePr/>
          <p:nvPr>
            <p:extLst>
              <p:ext uri="{D42A27DB-BD31-4B8C-83A1-F6EECF244321}">
                <p14:modId xmlns:p14="http://schemas.microsoft.com/office/powerpoint/2010/main" val="836491311"/>
              </p:ext>
            </p:extLst>
          </p:nvPr>
        </p:nvGraphicFramePr>
        <p:xfrm>
          <a:off x="1522059" y="1606147"/>
          <a:ext cx="8123965" cy="49291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00545AC7-984C-0F0C-7B1B-FACB83D01D39}"/>
              </a:ext>
            </a:extLst>
          </p:cNvPr>
          <p:cNvGraphicFramePr/>
          <p:nvPr>
            <p:extLst>
              <p:ext uri="{D42A27DB-BD31-4B8C-83A1-F6EECF244321}">
                <p14:modId xmlns:p14="http://schemas.microsoft.com/office/powerpoint/2010/main" val="685641704"/>
              </p:ext>
            </p:extLst>
          </p:nvPr>
        </p:nvGraphicFramePr>
        <p:xfrm>
          <a:off x="359410" y="181557"/>
          <a:ext cx="10891296" cy="10017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object 3"/>
          <p:cNvGraphicFramePr>
            <a:graphicFrameLocks noGrp="1"/>
          </p:cNvGraphicFramePr>
          <p:nvPr>
            <p:extLst>
              <p:ext uri="{D42A27DB-BD31-4B8C-83A1-F6EECF244321}">
                <p14:modId xmlns:p14="http://schemas.microsoft.com/office/powerpoint/2010/main" val="3167416406"/>
              </p:ext>
            </p:extLst>
          </p:nvPr>
        </p:nvGraphicFramePr>
        <p:xfrm>
          <a:off x="1556797" y="1629723"/>
          <a:ext cx="8018145" cy="2512695"/>
        </p:xfrm>
        <a:graphic>
          <a:graphicData uri="http://schemas.openxmlformats.org/drawingml/2006/table">
            <a:tbl>
              <a:tblPr firstRow="1" bandRow="1">
                <a:tableStyleId>{2D5ABB26-0587-4C30-8999-92F81FD0307C}</a:tableStyleId>
              </a:tblPr>
              <a:tblGrid>
                <a:gridCol w="2608580">
                  <a:extLst>
                    <a:ext uri="{9D8B030D-6E8A-4147-A177-3AD203B41FA5}">
                      <a16:colId xmlns:a16="http://schemas.microsoft.com/office/drawing/2014/main" val="20000"/>
                    </a:ext>
                  </a:extLst>
                </a:gridCol>
                <a:gridCol w="1696720">
                  <a:extLst>
                    <a:ext uri="{9D8B030D-6E8A-4147-A177-3AD203B41FA5}">
                      <a16:colId xmlns:a16="http://schemas.microsoft.com/office/drawing/2014/main" val="20001"/>
                    </a:ext>
                  </a:extLst>
                </a:gridCol>
                <a:gridCol w="2004060">
                  <a:extLst>
                    <a:ext uri="{9D8B030D-6E8A-4147-A177-3AD203B41FA5}">
                      <a16:colId xmlns:a16="http://schemas.microsoft.com/office/drawing/2014/main" val="20002"/>
                    </a:ext>
                  </a:extLst>
                </a:gridCol>
                <a:gridCol w="1708785">
                  <a:extLst>
                    <a:ext uri="{9D8B030D-6E8A-4147-A177-3AD203B41FA5}">
                      <a16:colId xmlns:a16="http://schemas.microsoft.com/office/drawing/2014/main" val="20003"/>
                    </a:ext>
                  </a:extLst>
                </a:gridCol>
              </a:tblGrid>
              <a:tr h="608330">
                <a:tc>
                  <a:txBody>
                    <a:bodyPr/>
                    <a:lstStyle/>
                    <a:p>
                      <a:pPr>
                        <a:lnSpc>
                          <a:spcPct val="100000"/>
                        </a:lnSpc>
                      </a:pPr>
                      <a:endParaRPr sz="2100">
                        <a:latin typeface="Times New Roman"/>
                        <a:cs typeface="Times New Roman"/>
                      </a:endParaRPr>
                    </a:p>
                  </a:txBody>
                  <a:tcPr marL="0" marR="0" marT="0" marB="0"/>
                </a:tc>
                <a:tc>
                  <a:txBody>
                    <a:bodyPr/>
                    <a:lstStyle/>
                    <a:p>
                      <a:pPr marL="165735">
                        <a:lnSpc>
                          <a:spcPts val="2205"/>
                        </a:lnSpc>
                      </a:pPr>
                      <a:r>
                        <a:rPr sz="2000" dirty="0">
                          <a:latin typeface="Arial MT"/>
                          <a:cs typeface="Arial MT"/>
                        </a:rPr>
                        <a:t>Chess</a:t>
                      </a:r>
                      <a:r>
                        <a:rPr sz="2000" spc="-80" dirty="0">
                          <a:latin typeface="Arial MT"/>
                          <a:cs typeface="Arial MT"/>
                        </a:rPr>
                        <a:t> </a:t>
                      </a:r>
                      <a:r>
                        <a:rPr sz="2000" spc="-20" dirty="0">
                          <a:latin typeface="Arial MT"/>
                          <a:cs typeface="Arial MT"/>
                        </a:rPr>
                        <a:t>with</a:t>
                      </a:r>
                      <a:endParaRPr sz="2000" dirty="0">
                        <a:latin typeface="Arial MT"/>
                        <a:cs typeface="Arial MT"/>
                      </a:endParaRPr>
                    </a:p>
                    <a:p>
                      <a:pPr marL="165735">
                        <a:lnSpc>
                          <a:spcPct val="100000"/>
                        </a:lnSpc>
                      </a:pPr>
                      <a:r>
                        <a:rPr sz="2000" dirty="0">
                          <a:latin typeface="Arial MT"/>
                          <a:cs typeface="Arial MT"/>
                        </a:rPr>
                        <a:t>a</a:t>
                      </a:r>
                      <a:r>
                        <a:rPr sz="2000" spc="-45" dirty="0">
                          <a:latin typeface="Arial MT"/>
                          <a:cs typeface="Arial MT"/>
                        </a:rPr>
                        <a:t> </a:t>
                      </a:r>
                      <a:r>
                        <a:rPr sz="2000" spc="-10" dirty="0">
                          <a:latin typeface="Arial MT"/>
                          <a:cs typeface="Arial MT"/>
                        </a:rPr>
                        <a:t>clock</a:t>
                      </a:r>
                      <a:endParaRPr sz="2000" dirty="0">
                        <a:latin typeface="Arial MT"/>
                        <a:cs typeface="Arial MT"/>
                      </a:endParaRPr>
                    </a:p>
                  </a:txBody>
                  <a:tcPr marL="0" marR="0" marT="0" marB="0">
                    <a:lnB w="19050">
                      <a:solidFill>
                        <a:srgbClr val="000000"/>
                      </a:solidFill>
                      <a:prstDash val="solid"/>
                    </a:lnB>
                  </a:tcPr>
                </a:tc>
                <a:tc>
                  <a:txBody>
                    <a:bodyPr/>
                    <a:lstStyle/>
                    <a:p>
                      <a:pPr marL="297815">
                        <a:lnSpc>
                          <a:spcPts val="2205"/>
                        </a:lnSpc>
                      </a:pPr>
                      <a:r>
                        <a:rPr sz="2000" dirty="0">
                          <a:latin typeface="Arial MT"/>
                          <a:cs typeface="Arial MT"/>
                        </a:rPr>
                        <a:t>Chess</a:t>
                      </a:r>
                      <a:r>
                        <a:rPr sz="2000" spc="-80" dirty="0">
                          <a:latin typeface="Arial MT"/>
                          <a:cs typeface="Arial MT"/>
                        </a:rPr>
                        <a:t> </a:t>
                      </a:r>
                      <a:r>
                        <a:rPr sz="2000" spc="-10" dirty="0">
                          <a:latin typeface="Arial MT"/>
                          <a:cs typeface="Arial MT"/>
                        </a:rPr>
                        <a:t>without</a:t>
                      </a:r>
                      <a:endParaRPr sz="2000" dirty="0">
                        <a:latin typeface="Arial MT"/>
                        <a:cs typeface="Arial MT"/>
                      </a:endParaRPr>
                    </a:p>
                    <a:p>
                      <a:pPr marL="297815">
                        <a:lnSpc>
                          <a:spcPct val="100000"/>
                        </a:lnSpc>
                      </a:pPr>
                      <a:r>
                        <a:rPr sz="2000" dirty="0">
                          <a:latin typeface="Arial MT"/>
                          <a:cs typeface="Arial MT"/>
                        </a:rPr>
                        <a:t>a</a:t>
                      </a:r>
                      <a:r>
                        <a:rPr sz="2000" spc="-45" dirty="0">
                          <a:latin typeface="Arial MT"/>
                          <a:cs typeface="Arial MT"/>
                        </a:rPr>
                        <a:t> </a:t>
                      </a:r>
                      <a:r>
                        <a:rPr sz="2000" spc="-10" dirty="0">
                          <a:latin typeface="Arial MT"/>
                          <a:cs typeface="Arial MT"/>
                        </a:rPr>
                        <a:t>clock</a:t>
                      </a:r>
                      <a:endParaRPr sz="2000" dirty="0">
                        <a:latin typeface="Arial MT"/>
                        <a:cs typeface="Arial MT"/>
                      </a:endParaRPr>
                    </a:p>
                  </a:txBody>
                  <a:tcPr marL="0" marR="0" marT="0" marB="0">
                    <a:lnB w="19050">
                      <a:solidFill>
                        <a:srgbClr val="000000"/>
                      </a:solidFill>
                      <a:prstDash val="solid"/>
                    </a:lnB>
                  </a:tcPr>
                </a:tc>
                <a:tc>
                  <a:txBody>
                    <a:bodyPr/>
                    <a:lstStyle/>
                    <a:p>
                      <a:pPr marL="122555">
                        <a:lnSpc>
                          <a:spcPts val="2205"/>
                        </a:lnSpc>
                      </a:pPr>
                      <a:r>
                        <a:rPr sz="2000" dirty="0">
                          <a:latin typeface="Arial MT"/>
                          <a:cs typeface="Arial MT"/>
                        </a:rPr>
                        <a:t>Taxi</a:t>
                      </a:r>
                      <a:r>
                        <a:rPr sz="2000" spc="-55" dirty="0">
                          <a:latin typeface="Arial MT"/>
                          <a:cs typeface="Arial MT"/>
                        </a:rPr>
                        <a:t> </a:t>
                      </a:r>
                      <a:r>
                        <a:rPr sz="2000" spc="-10" dirty="0">
                          <a:latin typeface="Arial MT"/>
                          <a:cs typeface="Arial MT"/>
                        </a:rPr>
                        <a:t>driving</a:t>
                      </a:r>
                      <a:endParaRPr sz="2000">
                        <a:latin typeface="Arial MT"/>
                        <a:cs typeface="Arial MT"/>
                      </a:endParaRPr>
                    </a:p>
                  </a:txBody>
                  <a:tcPr marL="0" marR="0" marT="0" marB="0">
                    <a:lnB w="19050">
                      <a:solidFill>
                        <a:srgbClr val="000000"/>
                      </a:solidFill>
                      <a:prstDash val="solid"/>
                    </a:lnB>
                  </a:tcPr>
                </a:tc>
                <a:extLst>
                  <a:ext uri="{0D108BD9-81ED-4DB2-BD59-A6C34878D82A}">
                    <a16:rowId xmlns:a16="http://schemas.microsoft.com/office/drawing/2014/main" val="10000"/>
                  </a:ext>
                </a:extLst>
              </a:tr>
              <a:tr h="294640">
                <a:tc>
                  <a:txBody>
                    <a:bodyPr/>
                    <a:lstStyle/>
                    <a:p>
                      <a:pPr marL="31750">
                        <a:lnSpc>
                          <a:spcPts val="2210"/>
                        </a:lnSpc>
                      </a:pPr>
                      <a:r>
                        <a:rPr sz="2000" dirty="0">
                          <a:latin typeface="Arial MT"/>
                          <a:cs typeface="Arial MT"/>
                        </a:rPr>
                        <a:t>Fully</a:t>
                      </a:r>
                      <a:r>
                        <a:rPr sz="2000" spc="-80" dirty="0">
                          <a:latin typeface="Arial MT"/>
                          <a:cs typeface="Arial MT"/>
                        </a:rPr>
                        <a:t> </a:t>
                      </a:r>
                      <a:r>
                        <a:rPr sz="2000" spc="-10" dirty="0">
                          <a:latin typeface="Arial MT"/>
                          <a:cs typeface="Arial MT"/>
                        </a:rPr>
                        <a:t>observable</a:t>
                      </a:r>
                      <a:endParaRPr sz="2000" dirty="0">
                        <a:latin typeface="Arial MT"/>
                        <a:cs typeface="Arial MT"/>
                      </a:endParaRPr>
                    </a:p>
                  </a:txBody>
                  <a:tcPr marL="0" marR="0" marT="0" marB="0">
                    <a:lnR w="19050">
                      <a:solidFill>
                        <a:srgbClr val="000000"/>
                      </a:solidFill>
                      <a:prstDash val="solid"/>
                    </a:lnR>
                  </a:tcPr>
                </a:tc>
                <a:tc>
                  <a:txBody>
                    <a:bodyPr/>
                    <a:lstStyle/>
                    <a:p>
                      <a:pPr marL="165735">
                        <a:lnSpc>
                          <a:spcPts val="2210"/>
                        </a:lnSpc>
                      </a:pPr>
                      <a:r>
                        <a:rPr sz="2000" spc="-25" dirty="0">
                          <a:latin typeface="Arial MT"/>
                          <a:cs typeface="Arial MT"/>
                        </a:rPr>
                        <a:t>Yes</a:t>
                      </a:r>
                      <a:endParaRPr sz="2000">
                        <a:latin typeface="Arial MT"/>
                        <a:cs typeface="Arial MT"/>
                      </a:endParaRPr>
                    </a:p>
                  </a:txBody>
                  <a:tcPr marL="0" marR="0" marT="0" marB="0">
                    <a:lnL w="19050">
                      <a:solidFill>
                        <a:srgbClr val="000000"/>
                      </a:solidFill>
                      <a:prstDash val="solid"/>
                    </a:lnL>
                    <a:lnT w="19050">
                      <a:solidFill>
                        <a:srgbClr val="000000"/>
                      </a:solidFill>
                      <a:prstDash val="solid"/>
                    </a:lnT>
                  </a:tcPr>
                </a:tc>
                <a:tc>
                  <a:txBody>
                    <a:bodyPr/>
                    <a:lstStyle/>
                    <a:p>
                      <a:pPr marL="297815">
                        <a:lnSpc>
                          <a:spcPts val="2210"/>
                        </a:lnSpc>
                      </a:pPr>
                      <a:r>
                        <a:rPr sz="2000" spc="-25" dirty="0">
                          <a:latin typeface="Arial MT"/>
                          <a:cs typeface="Arial MT"/>
                        </a:rPr>
                        <a:t>Yes</a:t>
                      </a:r>
                      <a:endParaRPr sz="2000">
                        <a:latin typeface="Arial MT"/>
                        <a:cs typeface="Arial MT"/>
                      </a:endParaRPr>
                    </a:p>
                  </a:txBody>
                  <a:tcPr marL="0" marR="0" marT="0" marB="0">
                    <a:lnT w="19050">
                      <a:solidFill>
                        <a:srgbClr val="000000"/>
                      </a:solidFill>
                      <a:prstDash val="solid"/>
                    </a:lnT>
                  </a:tcPr>
                </a:tc>
                <a:tc>
                  <a:txBody>
                    <a:bodyPr/>
                    <a:lstStyle/>
                    <a:p>
                      <a:pPr marL="122555">
                        <a:lnSpc>
                          <a:spcPts val="2210"/>
                        </a:lnSpc>
                      </a:pPr>
                      <a:r>
                        <a:rPr sz="2000" spc="-25" dirty="0">
                          <a:latin typeface="Arial MT"/>
                          <a:cs typeface="Arial MT"/>
                        </a:rPr>
                        <a:t>No</a:t>
                      </a:r>
                      <a:endParaRPr sz="2000">
                        <a:latin typeface="Arial MT"/>
                        <a:cs typeface="Arial MT"/>
                      </a:endParaRPr>
                    </a:p>
                  </a:txBody>
                  <a:tcPr marL="0" marR="0" marT="0" marB="0">
                    <a:lnR w="19050">
                      <a:solidFill>
                        <a:srgbClr val="000000"/>
                      </a:solidFill>
                      <a:prstDash val="solid"/>
                    </a:lnR>
                    <a:lnT w="19050">
                      <a:solidFill>
                        <a:srgbClr val="000000"/>
                      </a:solidFill>
                      <a:prstDash val="solid"/>
                    </a:lnT>
                  </a:tcPr>
                </a:tc>
                <a:extLst>
                  <a:ext uri="{0D108BD9-81ED-4DB2-BD59-A6C34878D82A}">
                    <a16:rowId xmlns:a16="http://schemas.microsoft.com/office/drawing/2014/main" val="10001"/>
                  </a:ext>
                </a:extLst>
              </a:tr>
              <a:tr h="304800">
                <a:tc>
                  <a:txBody>
                    <a:bodyPr/>
                    <a:lstStyle/>
                    <a:p>
                      <a:pPr marL="31750">
                        <a:lnSpc>
                          <a:spcPts val="2290"/>
                        </a:lnSpc>
                      </a:pPr>
                      <a:r>
                        <a:rPr sz="2000" spc="-10" dirty="0">
                          <a:latin typeface="Arial MT"/>
                          <a:cs typeface="Arial MT"/>
                        </a:rPr>
                        <a:t>Deterministic</a:t>
                      </a:r>
                      <a:endParaRPr sz="2000">
                        <a:latin typeface="Arial MT"/>
                        <a:cs typeface="Arial MT"/>
                      </a:endParaRPr>
                    </a:p>
                  </a:txBody>
                  <a:tcPr marL="0" marR="0" marT="0" marB="0">
                    <a:lnR w="19050">
                      <a:solidFill>
                        <a:srgbClr val="000000"/>
                      </a:solidFill>
                      <a:prstDash val="solid"/>
                    </a:lnR>
                  </a:tcPr>
                </a:tc>
                <a:tc>
                  <a:txBody>
                    <a:bodyPr/>
                    <a:lstStyle/>
                    <a:p>
                      <a:pPr marL="165735">
                        <a:lnSpc>
                          <a:spcPts val="2290"/>
                        </a:lnSpc>
                      </a:pPr>
                      <a:r>
                        <a:rPr sz="2000" spc="-10" dirty="0">
                          <a:latin typeface="Arial MT"/>
                          <a:cs typeface="Arial MT"/>
                        </a:rPr>
                        <a:t>Strategic</a:t>
                      </a:r>
                      <a:endParaRPr sz="2000">
                        <a:latin typeface="Arial MT"/>
                        <a:cs typeface="Arial MT"/>
                      </a:endParaRPr>
                    </a:p>
                  </a:txBody>
                  <a:tcPr marL="0" marR="0" marT="0" marB="0">
                    <a:lnL w="19050">
                      <a:solidFill>
                        <a:srgbClr val="000000"/>
                      </a:solidFill>
                      <a:prstDash val="solid"/>
                    </a:lnL>
                  </a:tcPr>
                </a:tc>
                <a:tc>
                  <a:txBody>
                    <a:bodyPr/>
                    <a:lstStyle/>
                    <a:p>
                      <a:pPr marL="297815">
                        <a:lnSpc>
                          <a:spcPts val="2290"/>
                        </a:lnSpc>
                      </a:pPr>
                      <a:r>
                        <a:rPr sz="2000" spc="-10" dirty="0">
                          <a:latin typeface="Arial MT"/>
                          <a:cs typeface="Arial MT"/>
                        </a:rPr>
                        <a:t>Strategic</a:t>
                      </a:r>
                      <a:endParaRPr sz="2000">
                        <a:latin typeface="Arial MT"/>
                        <a:cs typeface="Arial MT"/>
                      </a:endParaRPr>
                    </a:p>
                  </a:txBody>
                  <a:tcPr marL="0" marR="0" marT="0" marB="0"/>
                </a:tc>
                <a:tc>
                  <a:txBody>
                    <a:bodyPr/>
                    <a:lstStyle/>
                    <a:p>
                      <a:pPr marL="122555">
                        <a:lnSpc>
                          <a:spcPts val="2290"/>
                        </a:lnSpc>
                      </a:pPr>
                      <a:r>
                        <a:rPr sz="2000" spc="-25" dirty="0">
                          <a:latin typeface="Arial MT"/>
                          <a:cs typeface="Arial MT"/>
                        </a:rPr>
                        <a:t>No</a:t>
                      </a:r>
                      <a:endParaRPr sz="2000">
                        <a:latin typeface="Arial MT"/>
                        <a:cs typeface="Arial MT"/>
                      </a:endParaRPr>
                    </a:p>
                  </a:txBody>
                  <a:tcPr marL="0" marR="0" marT="0" marB="0">
                    <a:lnR w="19050">
                      <a:solidFill>
                        <a:srgbClr val="000000"/>
                      </a:solidFill>
                      <a:prstDash val="solid"/>
                    </a:lnR>
                  </a:tcPr>
                </a:tc>
                <a:extLst>
                  <a:ext uri="{0D108BD9-81ED-4DB2-BD59-A6C34878D82A}">
                    <a16:rowId xmlns:a16="http://schemas.microsoft.com/office/drawing/2014/main" val="10002"/>
                  </a:ext>
                </a:extLst>
              </a:tr>
              <a:tr h="304800">
                <a:tc>
                  <a:txBody>
                    <a:bodyPr/>
                    <a:lstStyle/>
                    <a:p>
                      <a:pPr marL="31750">
                        <a:lnSpc>
                          <a:spcPts val="2290"/>
                        </a:lnSpc>
                      </a:pPr>
                      <a:r>
                        <a:rPr sz="2000" spc="-10" dirty="0">
                          <a:latin typeface="Arial MT"/>
                          <a:cs typeface="Arial MT"/>
                        </a:rPr>
                        <a:t>Episodic</a:t>
                      </a:r>
                      <a:endParaRPr sz="2000">
                        <a:latin typeface="Arial MT"/>
                        <a:cs typeface="Arial MT"/>
                      </a:endParaRPr>
                    </a:p>
                  </a:txBody>
                  <a:tcPr marL="0" marR="0" marT="0" marB="0">
                    <a:lnR w="19050">
                      <a:solidFill>
                        <a:srgbClr val="000000"/>
                      </a:solidFill>
                      <a:prstDash val="solid"/>
                    </a:lnR>
                  </a:tcPr>
                </a:tc>
                <a:tc>
                  <a:txBody>
                    <a:bodyPr/>
                    <a:lstStyle/>
                    <a:p>
                      <a:pPr marL="165735">
                        <a:lnSpc>
                          <a:spcPts val="2290"/>
                        </a:lnSpc>
                      </a:pPr>
                      <a:r>
                        <a:rPr sz="2000" spc="-25" dirty="0">
                          <a:latin typeface="Arial MT"/>
                          <a:cs typeface="Arial MT"/>
                        </a:rPr>
                        <a:t>No</a:t>
                      </a:r>
                      <a:endParaRPr sz="2000">
                        <a:latin typeface="Arial MT"/>
                        <a:cs typeface="Arial MT"/>
                      </a:endParaRPr>
                    </a:p>
                  </a:txBody>
                  <a:tcPr marL="0" marR="0" marT="0" marB="0">
                    <a:lnL w="19050">
                      <a:solidFill>
                        <a:srgbClr val="000000"/>
                      </a:solidFill>
                      <a:prstDash val="solid"/>
                    </a:lnL>
                  </a:tcPr>
                </a:tc>
                <a:tc>
                  <a:txBody>
                    <a:bodyPr/>
                    <a:lstStyle/>
                    <a:p>
                      <a:pPr marL="297815">
                        <a:lnSpc>
                          <a:spcPts val="2290"/>
                        </a:lnSpc>
                      </a:pPr>
                      <a:r>
                        <a:rPr sz="2000" spc="-25" dirty="0">
                          <a:latin typeface="Arial MT"/>
                          <a:cs typeface="Arial MT"/>
                        </a:rPr>
                        <a:t>No</a:t>
                      </a:r>
                      <a:endParaRPr sz="2000">
                        <a:latin typeface="Arial MT"/>
                        <a:cs typeface="Arial MT"/>
                      </a:endParaRPr>
                    </a:p>
                  </a:txBody>
                  <a:tcPr marL="0" marR="0" marT="0" marB="0"/>
                </a:tc>
                <a:tc>
                  <a:txBody>
                    <a:bodyPr/>
                    <a:lstStyle/>
                    <a:p>
                      <a:pPr marL="122555">
                        <a:lnSpc>
                          <a:spcPts val="2290"/>
                        </a:lnSpc>
                      </a:pPr>
                      <a:r>
                        <a:rPr sz="2000" spc="-25" dirty="0">
                          <a:latin typeface="Arial MT"/>
                          <a:cs typeface="Arial MT"/>
                        </a:rPr>
                        <a:t>No</a:t>
                      </a:r>
                      <a:endParaRPr sz="2000">
                        <a:latin typeface="Arial MT"/>
                        <a:cs typeface="Arial MT"/>
                      </a:endParaRPr>
                    </a:p>
                  </a:txBody>
                  <a:tcPr marL="0" marR="0" marT="0" marB="0">
                    <a:lnR w="19050">
                      <a:solidFill>
                        <a:srgbClr val="000000"/>
                      </a:solidFill>
                      <a:prstDash val="solid"/>
                    </a:lnR>
                  </a:tcPr>
                </a:tc>
                <a:extLst>
                  <a:ext uri="{0D108BD9-81ED-4DB2-BD59-A6C34878D82A}">
                    <a16:rowId xmlns:a16="http://schemas.microsoft.com/office/drawing/2014/main" val="10003"/>
                  </a:ext>
                </a:extLst>
              </a:tr>
              <a:tr h="304800">
                <a:tc>
                  <a:txBody>
                    <a:bodyPr/>
                    <a:lstStyle/>
                    <a:p>
                      <a:pPr marL="31750">
                        <a:lnSpc>
                          <a:spcPts val="2290"/>
                        </a:lnSpc>
                      </a:pPr>
                      <a:r>
                        <a:rPr sz="2000" spc="-10" dirty="0">
                          <a:latin typeface="Arial MT"/>
                          <a:cs typeface="Arial MT"/>
                        </a:rPr>
                        <a:t>Static</a:t>
                      </a:r>
                      <a:endParaRPr sz="2000">
                        <a:latin typeface="Arial MT"/>
                        <a:cs typeface="Arial MT"/>
                      </a:endParaRPr>
                    </a:p>
                  </a:txBody>
                  <a:tcPr marL="0" marR="0" marT="0" marB="0">
                    <a:lnR w="19050">
                      <a:solidFill>
                        <a:srgbClr val="000000"/>
                      </a:solidFill>
                      <a:prstDash val="solid"/>
                    </a:lnR>
                  </a:tcPr>
                </a:tc>
                <a:tc>
                  <a:txBody>
                    <a:bodyPr/>
                    <a:lstStyle/>
                    <a:p>
                      <a:pPr marL="165735">
                        <a:lnSpc>
                          <a:spcPts val="2290"/>
                        </a:lnSpc>
                      </a:pPr>
                      <a:r>
                        <a:rPr sz="2000" spc="-20" dirty="0">
                          <a:latin typeface="Arial MT"/>
                          <a:cs typeface="Arial MT"/>
                        </a:rPr>
                        <a:t>Semi</a:t>
                      </a:r>
                      <a:endParaRPr sz="2000">
                        <a:latin typeface="Arial MT"/>
                        <a:cs typeface="Arial MT"/>
                      </a:endParaRPr>
                    </a:p>
                  </a:txBody>
                  <a:tcPr marL="0" marR="0" marT="0" marB="0">
                    <a:lnL w="19050">
                      <a:solidFill>
                        <a:srgbClr val="000000"/>
                      </a:solidFill>
                      <a:prstDash val="solid"/>
                    </a:lnL>
                  </a:tcPr>
                </a:tc>
                <a:tc>
                  <a:txBody>
                    <a:bodyPr/>
                    <a:lstStyle/>
                    <a:p>
                      <a:pPr marL="297815">
                        <a:lnSpc>
                          <a:spcPts val="2290"/>
                        </a:lnSpc>
                      </a:pPr>
                      <a:r>
                        <a:rPr sz="2000" spc="-25" dirty="0">
                          <a:latin typeface="Arial MT"/>
                          <a:cs typeface="Arial MT"/>
                        </a:rPr>
                        <a:t>Yes</a:t>
                      </a:r>
                      <a:endParaRPr sz="2000">
                        <a:latin typeface="Arial MT"/>
                        <a:cs typeface="Arial MT"/>
                      </a:endParaRPr>
                    </a:p>
                  </a:txBody>
                  <a:tcPr marL="0" marR="0" marT="0" marB="0"/>
                </a:tc>
                <a:tc>
                  <a:txBody>
                    <a:bodyPr/>
                    <a:lstStyle/>
                    <a:p>
                      <a:pPr marL="122555">
                        <a:lnSpc>
                          <a:spcPts val="2290"/>
                        </a:lnSpc>
                      </a:pPr>
                      <a:r>
                        <a:rPr sz="2000" spc="-25" dirty="0">
                          <a:latin typeface="Arial MT"/>
                          <a:cs typeface="Arial MT"/>
                        </a:rPr>
                        <a:t>No</a:t>
                      </a:r>
                      <a:endParaRPr sz="2000">
                        <a:latin typeface="Arial MT"/>
                        <a:cs typeface="Arial MT"/>
                      </a:endParaRPr>
                    </a:p>
                  </a:txBody>
                  <a:tcPr marL="0" marR="0" marT="0" marB="0">
                    <a:lnR w="19050">
                      <a:solidFill>
                        <a:srgbClr val="000000"/>
                      </a:solidFill>
                      <a:prstDash val="solid"/>
                    </a:lnR>
                  </a:tcPr>
                </a:tc>
                <a:extLst>
                  <a:ext uri="{0D108BD9-81ED-4DB2-BD59-A6C34878D82A}">
                    <a16:rowId xmlns:a16="http://schemas.microsoft.com/office/drawing/2014/main" val="10004"/>
                  </a:ext>
                </a:extLst>
              </a:tr>
              <a:tr h="304800">
                <a:tc>
                  <a:txBody>
                    <a:bodyPr/>
                    <a:lstStyle/>
                    <a:p>
                      <a:pPr marL="31750">
                        <a:lnSpc>
                          <a:spcPts val="2290"/>
                        </a:lnSpc>
                      </a:pPr>
                      <a:r>
                        <a:rPr sz="2000" spc="-10" dirty="0">
                          <a:latin typeface="Arial MT"/>
                          <a:cs typeface="Arial MT"/>
                        </a:rPr>
                        <a:t>Discrete</a:t>
                      </a:r>
                      <a:endParaRPr sz="2000">
                        <a:latin typeface="Arial MT"/>
                        <a:cs typeface="Arial MT"/>
                      </a:endParaRPr>
                    </a:p>
                  </a:txBody>
                  <a:tcPr marL="0" marR="0" marT="0" marB="0">
                    <a:lnR w="19050">
                      <a:solidFill>
                        <a:srgbClr val="000000"/>
                      </a:solidFill>
                      <a:prstDash val="solid"/>
                    </a:lnR>
                  </a:tcPr>
                </a:tc>
                <a:tc>
                  <a:txBody>
                    <a:bodyPr/>
                    <a:lstStyle/>
                    <a:p>
                      <a:pPr marL="165735">
                        <a:lnSpc>
                          <a:spcPts val="2290"/>
                        </a:lnSpc>
                      </a:pPr>
                      <a:r>
                        <a:rPr sz="2000" spc="-25" dirty="0">
                          <a:latin typeface="Arial MT"/>
                          <a:cs typeface="Arial MT"/>
                        </a:rPr>
                        <a:t>Yes</a:t>
                      </a:r>
                      <a:endParaRPr sz="2000" dirty="0">
                        <a:latin typeface="Arial MT"/>
                        <a:cs typeface="Arial MT"/>
                      </a:endParaRPr>
                    </a:p>
                  </a:txBody>
                  <a:tcPr marL="0" marR="0" marT="0" marB="0">
                    <a:lnL w="19050">
                      <a:solidFill>
                        <a:srgbClr val="000000"/>
                      </a:solidFill>
                      <a:prstDash val="solid"/>
                    </a:lnL>
                  </a:tcPr>
                </a:tc>
                <a:tc>
                  <a:txBody>
                    <a:bodyPr/>
                    <a:lstStyle/>
                    <a:p>
                      <a:pPr marL="297815">
                        <a:lnSpc>
                          <a:spcPts val="2290"/>
                        </a:lnSpc>
                      </a:pPr>
                      <a:r>
                        <a:rPr sz="2000" spc="-25" dirty="0">
                          <a:latin typeface="Arial MT"/>
                          <a:cs typeface="Arial MT"/>
                        </a:rPr>
                        <a:t>Yes</a:t>
                      </a:r>
                      <a:endParaRPr sz="2000">
                        <a:latin typeface="Arial MT"/>
                        <a:cs typeface="Arial MT"/>
                      </a:endParaRPr>
                    </a:p>
                  </a:txBody>
                  <a:tcPr marL="0" marR="0" marT="0" marB="0"/>
                </a:tc>
                <a:tc>
                  <a:txBody>
                    <a:bodyPr/>
                    <a:lstStyle/>
                    <a:p>
                      <a:pPr marL="122555">
                        <a:lnSpc>
                          <a:spcPts val="2290"/>
                        </a:lnSpc>
                      </a:pPr>
                      <a:r>
                        <a:rPr sz="2000" spc="-25" dirty="0">
                          <a:latin typeface="Arial MT"/>
                          <a:cs typeface="Arial MT"/>
                        </a:rPr>
                        <a:t>No</a:t>
                      </a:r>
                      <a:endParaRPr sz="2000">
                        <a:latin typeface="Arial MT"/>
                        <a:cs typeface="Arial MT"/>
                      </a:endParaRPr>
                    </a:p>
                  </a:txBody>
                  <a:tcPr marL="0" marR="0" marT="0" marB="0">
                    <a:lnR w="19050">
                      <a:solidFill>
                        <a:srgbClr val="000000"/>
                      </a:solidFill>
                      <a:prstDash val="solid"/>
                    </a:lnR>
                  </a:tcPr>
                </a:tc>
                <a:extLst>
                  <a:ext uri="{0D108BD9-81ED-4DB2-BD59-A6C34878D82A}">
                    <a16:rowId xmlns:a16="http://schemas.microsoft.com/office/drawing/2014/main" val="10005"/>
                  </a:ext>
                </a:extLst>
              </a:tr>
              <a:tr h="390525">
                <a:tc>
                  <a:txBody>
                    <a:bodyPr/>
                    <a:lstStyle/>
                    <a:p>
                      <a:pPr marL="31750">
                        <a:lnSpc>
                          <a:spcPts val="2290"/>
                        </a:lnSpc>
                      </a:pPr>
                      <a:r>
                        <a:rPr sz="2000" dirty="0">
                          <a:latin typeface="Arial MT"/>
                          <a:cs typeface="Arial MT"/>
                        </a:rPr>
                        <a:t>Single</a:t>
                      </a:r>
                      <a:r>
                        <a:rPr sz="2000" spc="-75" dirty="0">
                          <a:latin typeface="Arial MT"/>
                          <a:cs typeface="Arial MT"/>
                        </a:rPr>
                        <a:t> </a:t>
                      </a:r>
                      <a:r>
                        <a:rPr sz="2000" spc="-10" dirty="0">
                          <a:latin typeface="Arial MT"/>
                          <a:cs typeface="Arial MT"/>
                        </a:rPr>
                        <a:t>agent</a:t>
                      </a:r>
                      <a:endParaRPr sz="2000">
                        <a:latin typeface="Arial MT"/>
                        <a:cs typeface="Arial MT"/>
                      </a:endParaRPr>
                    </a:p>
                  </a:txBody>
                  <a:tcPr marL="0" marR="0" marT="0" marB="0">
                    <a:lnR w="19050">
                      <a:solidFill>
                        <a:srgbClr val="000000"/>
                      </a:solidFill>
                      <a:prstDash val="solid"/>
                    </a:lnR>
                  </a:tcPr>
                </a:tc>
                <a:tc>
                  <a:txBody>
                    <a:bodyPr/>
                    <a:lstStyle/>
                    <a:p>
                      <a:pPr marL="165735">
                        <a:lnSpc>
                          <a:spcPts val="2290"/>
                        </a:lnSpc>
                      </a:pPr>
                      <a:r>
                        <a:rPr sz="2000" spc="-25" dirty="0">
                          <a:latin typeface="Arial MT"/>
                          <a:cs typeface="Arial MT"/>
                        </a:rPr>
                        <a:t>No</a:t>
                      </a:r>
                      <a:endParaRPr sz="2000">
                        <a:latin typeface="Arial MT"/>
                        <a:cs typeface="Arial MT"/>
                      </a:endParaRPr>
                    </a:p>
                  </a:txBody>
                  <a:tcPr marL="0" marR="0" marT="0" marB="0">
                    <a:lnL w="19050">
                      <a:solidFill>
                        <a:srgbClr val="000000"/>
                      </a:solidFill>
                      <a:prstDash val="solid"/>
                    </a:lnL>
                    <a:lnB w="19050">
                      <a:solidFill>
                        <a:srgbClr val="000000"/>
                      </a:solidFill>
                      <a:prstDash val="solid"/>
                    </a:lnB>
                  </a:tcPr>
                </a:tc>
                <a:tc>
                  <a:txBody>
                    <a:bodyPr/>
                    <a:lstStyle/>
                    <a:p>
                      <a:pPr marL="297815">
                        <a:lnSpc>
                          <a:spcPts val="2290"/>
                        </a:lnSpc>
                      </a:pPr>
                      <a:r>
                        <a:rPr sz="2000" spc="-25" dirty="0">
                          <a:latin typeface="Arial MT"/>
                          <a:cs typeface="Arial MT"/>
                        </a:rPr>
                        <a:t>No</a:t>
                      </a:r>
                      <a:endParaRPr sz="2000">
                        <a:latin typeface="Arial MT"/>
                        <a:cs typeface="Arial MT"/>
                      </a:endParaRPr>
                    </a:p>
                  </a:txBody>
                  <a:tcPr marL="0" marR="0" marT="0" marB="0">
                    <a:lnB w="19050">
                      <a:solidFill>
                        <a:srgbClr val="000000"/>
                      </a:solidFill>
                      <a:prstDash val="solid"/>
                    </a:lnB>
                  </a:tcPr>
                </a:tc>
                <a:tc>
                  <a:txBody>
                    <a:bodyPr/>
                    <a:lstStyle/>
                    <a:p>
                      <a:pPr marL="122555">
                        <a:lnSpc>
                          <a:spcPts val="2290"/>
                        </a:lnSpc>
                      </a:pPr>
                      <a:r>
                        <a:rPr sz="2000" spc="-25" dirty="0">
                          <a:latin typeface="Arial MT"/>
                          <a:cs typeface="Arial MT"/>
                        </a:rPr>
                        <a:t>No</a:t>
                      </a:r>
                      <a:endParaRPr sz="2000" dirty="0">
                        <a:latin typeface="Arial MT"/>
                        <a:cs typeface="Arial MT"/>
                      </a:endParaRPr>
                    </a:p>
                  </a:txBody>
                  <a:tcPr marL="0" marR="0" marT="0" marB="0">
                    <a:lnR w="19050">
                      <a:solidFill>
                        <a:srgbClr val="000000"/>
                      </a:solidFill>
                      <a:prstDash val="solid"/>
                    </a:lnR>
                    <a:lnB w="19050">
                      <a:solidFill>
                        <a:srgbClr val="000000"/>
                      </a:solidFill>
                      <a:prstDash val="solid"/>
                    </a:lnB>
                  </a:tcPr>
                </a:tc>
                <a:extLst>
                  <a:ext uri="{0D108BD9-81ED-4DB2-BD59-A6C34878D82A}">
                    <a16:rowId xmlns:a16="http://schemas.microsoft.com/office/drawing/2014/main" val="10006"/>
                  </a:ext>
                </a:extLst>
              </a:tr>
            </a:tbl>
          </a:graphicData>
        </a:graphic>
      </p:graphicFrame>
      <p:sp>
        <p:nvSpPr>
          <p:cNvPr id="4" name="object 4"/>
          <p:cNvSpPr txBox="1"/>
          <p:nvPr/>
        </p:nvSpPr>
        <p:spPr>
          <a:xfrm>
            <a:off x="1916505" y="4775530"/>
            <a:ext cx="7388860" cy="1491434"/>
          </a:xfrm>
          <a:prstGeom prst="rect">
            <a:avLst/>
          </a:prstGeom>
        </p:spPr>
        <p:txBody>
          <a:bodyPr vert="horz" wrap="square" lIns="0" tIns="11430" rIns="0" bIns="0" rtlCol="0">
            <a:spAutoFit/>
          </a:bodyPr>
          <a:lstStyle/>
          <a:p>
            <a:pPr marL="356870" indent="-344170">
              <a:spcBef>
                <a:spcPts val="90"/>
              </a:spcBef>
              <a:buChar char="•"/>
              <a:tabLst>
                <a:tab pos="356870" algn="l"/>
              </a:tabLst>
            </a:pPr>
            <a:r>
              <a:rPr sz="2000" dirty="0">
                <a:latin typeface="Arial MT"/>
                <a:cs typeface="Arial MT"/>
              </a:rPr>
              <a:t>The</a:t>
            </a:r>
            <a:r>
              <a:rPr sz="2000" spc="-110" dirty="0">
                <a:latin typeface="Arial MT"/>
                <a:cs typeface="Arial MT"/>
              </a:rPr>
              <a:t> </a:t>
            </a:r>
            <a:r>
              <a:rPr sz="2000" dirty="0">
                <a:latin typeface="Arial MT"/>
                <a:cs typeface="Arial MT"/>
              </a:rPr>
              <a:t>environment</a:t>
            </a:r>
            <a:r>
              <a:rPr sz="2000" spc="-50" dirty="0">
                <a:latin typeface="Arial MT"/>
                <a:cs typeface="Arial MT"/>
              </a:rPr>
              <a:t> </a:t>
            </a:r>
            <a:r>
              <a:rPr sz="2000" dirty="0">
                <a:latin typeface="Arial MT"/>
                <a:cs typeface="Arial MT"/>
              </a:rPr>
              <a:t>type</a:t>
            </a:r>
            <a:r>
              <a:rPr sz="2000" spc="-15" dirty="0">
                <a:latin typeface="Arial MT"/>
                <a:cs typeface="Arial MT"/>
              </a:rPr>
              <a:t> </a:t>
            </a:r>
            <a:r>
              <a:rPr sz="2000" dirty="0">
                <a:latin typeface="Arial MT"/>
                <a:cs typeface="Arial MT"/>
              </a:rPr>
              <a:t>largely</a:t>
            </a:r>
            <a:r>
              <a:rPr sz="2000" spc="-45" dirty="0">
                <a:latin typeface="Arial MT"/>
                <a:cs typeface="Arial MT"/>
              </a:rPr>
              <a:t> </a:t>
            </a:r>
            <a:r>
              <a:rPr sz="2000" dirty="0">
                <a:latin typeface="Arial MT"/>
                <a:cs typeface="Arial MT"/>
              </a:rPr>
              <a:t>determines</a:t>
            </a:r>
            <a:r>
              <a:rPr sz="2000" spc="-60" dirty="0">
                <a:latin typeface="Arial MT"/>
                <a:cs typeface="Arial MT"/>
              </a:rPr>
              <a:t> </a:t>
            </a:r>
            <a:r>
              <a:rPr sz="2000" dirty="0">
                <a:latin typeface="Arial MT"/>
                <a:cs typeface="Arial MT"/>
              </a:rPr>
              <a:t>the</a:t>
            </a:r>
            <a:r>
              <a:rPr sz="2000" spc="-75" dirty="0">
                <a:latin typeface="Arial MT"/>
                <a:cs typeface="Arial MT"/>
              </a:rPr>
              <a:t> </a:t>
            </a:r>
            <a:r>
              <a:rPr sz="2000" dirty="0">
                <a:latin typeface="Arial MT"/>
                <a:cs typeface="Arial MT"/>
              </a:rPr>
              <a:t>agent</a:t>
            </a:r>
            <a:r>
              <a:rPr sz="2000" spc="-35" dirty="0">
                <a:latin typeface="Arial MT"/>
                <a:cs typeface="Arial MT"/>
              </a:rPr>
              <a:t> </a:t>
            </a:r>
            <a:r>
              <a:rPr sz="2000" spc="-10" dirty="0">
                <a:latin typeface="Arial MT"/>
                <a:cs typeface="Arial MT"/>
              </a:rPr>
              <a:t>design</a:t>
            </a:r>
            <a:endParaRPr sz="2000" dirty="0">
              <a:latin typeface="Arial MT"/>
              <a:cs typeface="Arial MT"/>
            </a:endParaRPr>
          </a:p>
          <a:p>
            <a:pPr marL="12700"/>
            <a:endParaRPr sz="2000" dirty="0">
              <a:latin typeface="Arial MT"/>
              <a:cs typeface="Arial MT"/>
            </a:endParaRPr>
          </a:p>
          <a:p>
            <a:pPr marL="356870" marR="5080" indent="-344805">
              <a:lnSpc>
                <a:spcPct val="80000"/>
              </a:lnSpc>
              <a:spcBef>
                <a:spcPts val="480"/>
              </a:spcBef>
              <a:buChar char="•"/>
              <a:tabLst>
                <a:tab pos="356870" algn="l"/>
              </a:tabLst>
            </a:pPr>
            <a:r>
              <a:rPr sz="2000" dirty="0">
                <a:latin typeface="Arial MT"/>
                <a:cs typeface="Arial MT"/>
              </a:rPr>
              <a:t>The</a:t>
            </a:r>
            <a:r>
              <a:rPr sz="2000" spc="-85" dirty="0">
                <a:latin typeface="Arial MT"/>
                <a:cs typeface="Arial MT"/>
              </a:rPr>
              <a:t> </a:t>
            </a:r>
            <a:r>
              <a:rPr sz="2000" dirty="0">
                <a:latin typeface="Arial MT"/>
                <a:cs typeface="Arial MT"/>
              </a:rPr>
              <a:t>real</a:t>
            </a:r>
            <a:r>
              <a:rPr sz="2000" spc="-55" dirty="0">
                <a:latin typeface="Arial MT"/>
                <a:cs typeface="Arial MT"/>
              </a:rPr>
              <a:t> </a:t>
            </a:r>
            <a:r>
              <a:rPr sz="2000" dirty="0">
                <a:latin typeface="Arial MT"/>
                <a:cs typeface="Arial MT"/>
              </a:rPr>
              <a:t>world</a:t>
            </a:r>
            <a:r>
              <a:rPr sz="2000" spc="-20" dirty="0">
                <a:latin typeface="Arial MT"/>
                <a:cs typeface="Arial MT"/>
              </a:rPr>
              <a:t> </a:t>
            </a:r>
            <a:r>
              <a:rPr sz="2000" dirty="0">
                <a:latin typeface="Arial MT"/>
                <a:cs typeface="Arial MT"/>
              </a:rPr>
              <a:t>is</a:t>
            </a:r>
            <a:r>
              <a:rPr sz="2000" spc="-50" dirty="0">
                <a:latin typeface="Arial MT"/>
                <a:cs typeface="Arial MT"/>
              </a:rPr>
              <a:t> </a:t>
            </a:r>
            <a:r>
              <a:rPr sz="2000" dirty="0">
                <a:latin typeface="Arial MT"/>
                <a:cs typeface="Arial MT"/>
              </a:rPr>
              <a:t>(of</a:t>
            </a:r>
            <a:r>
              <a:rPr sz="2000" spc="-60" dirty="0">
                <a:latin typeface="Arial MT"/>
                <a:cs typeface="Arial MT"/>
              </a:rPr>
              <a:t> </a:t>
            </a:r>
            <a:r>
              <a:rPr sz="2000" dirty="0">
                <a:latin typeface="Arial MT"/>
                <a:cs typeface="Arial MT"/>
              </a:rPr>
              <a:t>course)</a:t>
            </a:r>
            <a:r>
              <a:rPr sz="2000" spc="-55" dirty="0">
                <a:latin typeface="Arial MT"/>
                <a:cs typeface="Arial MT"/>
              </a:rPr>
              <a:t> </a:t>
            </a:r>
            <a:r>
              <a:rPr sz="2000" dirty="0">
                <a:latin typeface="Arial MT"/>
                <a:cs typeface="Arial MT"/>
              </a:rPr>
              <a:t>partially</a:t>
            </a:r>
            <a:r>
              <a:rPr sz="2000" spc="-30" dirty="0">
                <a:latin typeface="Arial MT"/>
                <a:cs typeface="Arial MT"/>
              </a:rPr>
              <a:t> </a:t>
            </a:r>
            <a:r>
              <a:rPr sz="2000" dirty="0">
                <a:latin typeface="Arial MT"/>
                <a:cs typeface="Arial MT"/>
              </a:rPr>
              <a:t>observable, </a:t>
            </a:r>
            <a:r>
              <a:rPr sz="2000" spc="-10" dirty="0">
                <a:latin typeface="Arial MT"/>
                <a:cs typeface="Arial MT"/>
              </a:rPr>
              <a:t>stochastic, </a:t>
            </a:r>
            <a:r>
              <a:rPr sz="2000" dirty="0">
                <a:latin typeface="Arial MT"/>
                <a:cs typeface="Arial MT"/>
              </a:rPr>
              <a:t>sequential,</a:t>
            </a:r>
            <a:r>
              <a:rPr sz="2000" spc="-80" dirty="0">
                <a:latin typeface="Arial MT"/>
                <a:cs typeface="Arial MT"/>
              </a:rPr>
              <a:t> </a:t>
            </a:r>
            <a:r>
              <a:rPr sz="2000" dirty="0">
                <a:latin typeface="Arial MT"/>
                <a:cs typeface="Arial MT"/>
              </a:rPr>
              <a:t>dynamic,</a:t>
            </a:r>
            <a:r>
              <a:rPr sz="2000" spc="-75" dirty="0">
                <a:latin typeface="Arial MT"/>
                <a:cs typeface="Arial MT"/>
              </a:rPr>
              <a:t> </a:t>
            </a:r>
            <a:r>
              <a:rPr sz="2000" dirty="0">
                <a:latin typeface="Arial MT"/>
                <a:cs typeface="Arial MT"/>
              </a:rPr>
              <a:t>continuous,</a:t>
            </a:r>
            <a:r>
              <a:rPr sz="2000" spc="-75" dirty="0">
                <a:latin typeface="Arial MT"/>
                <a:cs typeface="Arial MT"/>
              </a:rPr>
              <a:t> </a:t>
            </a:r>
            <a:r>
              <a:rPr sz="2000" spc="-20" dirty="0">
                <a:latin typeface="Arial MT"/>
                <a:cs typeface="Arial MT"/>
              </a:rPr>
              <a:t>multi-</a:t>
            </a:r>
            <a:r>
              <a:rPr sz="2000" spc="-10" dirty="0">
                <a:latin typeface="Arial MT"/>
                <a:cs typeface="Arial MT"/>
              </a:rPr>
              <a:t>agent</a:t>
            </a:r>
            <a:endParaRPr sz="2000" dirty="0">
              <a:latin typeface="Arial MT"/>
              <a:cs typeface="Arial MT"/>
            </a:endParaRPr>
          </a:p>
          <a:p>
            <a:pPr marL="12700"/>
            <a:endParaRPr sz="2000" dirty="0">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0C4E0E69-08E6-3D5E-63F6-BFD5322F5118}"/>
              </a:ext>
            </a:extLst>
          </p:cNvPr>
          <p:cNvGraphicFramePr/>
          <p:nvPr>
            <p:extLst>
              <p:ext uri="{D42A27DB-BD31-4B8C-83A1-F6EECF244321}">
                <p14:modId xmlns:p14="http://schemas.microsoft.com/office/powerpoint/2010/main" val="2291494142"/>
              </p:ext>
            </p:extLst>
          </p:nvPr>
        </p:nvGraphicFramePr>
        <p:xfrm>
          <a:off x="705014" y="209060"/>
          <a:ext cx="9066515" cy="1054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059940" y="1348228"/>
            <a:ext cx="1740535" cy="721995"/>
          </a:xfrm>
          <a:prstGeom prst="rect">
            <a:avLst/>
          </a:prstGeom>
        </p:spPr>
        <p:txBody>
          <a:bodyPr vert="horz" wrap="square" lIns="0" tIns="73660" rIns="0" bIns="0" rtlCol="0">
            <a:spAutoFit/>
          </a:bodyPr>
          <a:lstStyle/>
          <a:p>
            <a:pPr marL="12700">
              <a:spcBef>
                <a:spcPts val="580"/>
              </a:spcBef>
            </a:pPr>
            <a:r>
              <a:rPr sz="2000" b="1" spc="-10" dirty="0">
                <a:latin typeface="Arial"/>
                <a:cs typeface="Arial"/>
              </a:rPr>
              <a:t>Property</a:t>
            </a:r>
            <a:endParaRPr sz="2000" dirty="0">
              <a:latin typeface="Arial"/>
              <a:cs typeface="Arial"/>
            </a:endParaRPr>
          </a:p>
          <a:p>
            <a:pPr marL="12700">
              <a:spcBef>
                <a:spcPts val="440"/>
              </a:spcBef>
            </a:pPr>
            <a:r>
              <a:rPr dirty="0">
                <a:latin typeface="Arial MT"/>
                <a:cs typeface="Arial MT"/>
              </a:rPr>
              <a:t>Fully</a:t>
            </a:r>
            <a:r>
              <a:rPr spc="-60" dirty="0">
                <a:latin typeface="Arial MT"/>
                <a:cs typeface="Arial MT"/>
              </a:rPr>
              <a:t> </a:t>
            </a:r>
            <a:r>
              <a:rPr spc="-10" dirty="0">
                <a:latin typeface="Arial MT"/>
                <a:cs typeface="Arial MT"/>
              </a:rPr>
              <a:t>Observable</a:t>
            </a:r>
            <a:endParaRPr dirty="0">
              <a:latin typeface="Arial MT"/>
              <a:cs typeface="Arial MT"/>
            </a:endParaRPr>
          </a:p>
        </p:txBody>
      </p:sp>
      <p:sp>
        <p:nvSpPr>
          <p:cNvPr id="4" name="object 4"/>
          <p:cNvSpPr txBox="1"/>
          <p:nvPr/>
        </p:nvSpPr>
        <p:spPr>
          <a:xfrm>
            <a:off x="4848859" y="1348228"/>
            <a:ext cx="5283200" cy="5330190"/>
          </a:xfrm>
          <a:prstGeom prst="rect">
            <a:avLst/>
          </a:prstGeom>
        </p:spPr>
        <p:txBody>
          <a:bodyPr vert="horz" wrap="square" lIns="0" tIns="73660" rIns="0" bIns="0" rtlCol="0">
            <a:spAutoFit/>
          </a:bodyPr>
          <a:lstStyle/>
          <a:p>
            <a:pPr marL="12700">
              <a:spcBef>
                <a:spcPts val="580"/>
              </a:spcBef>
            </a:pPr>
            <a:r>
              <a:rPr sz="2000" b="1" spc="-10" dirty="0">
                <a:latin typeface="Arial"/>
                <a:cs typeface="Arial"/>
              </a:rPr>
              <a:t>Description</a:t>
            </a:r>
            <a:endParaRPr sz="2000" dirty="0">
              <a:latin typeface="Arial"/>
              <a:cs typeface="Arial"/>
            </a:endParaRPr>
          </a:p>
          <a:p>
            <a:pPr marL="12700" marR="283210">
              <a:spcBef>
                <a:spcPts val="440"/>
              </a:spcBef>
            </a:pPr>
            <a:r>
              <a:rPr dirty="0">
                <a:latin typeface="Arial MT"/>
                <a:cs typeface="Arial MT"/>
              </a:rPr>
              <a:t>The</a:t>
            </a:r>
            <a:r>
              <a:rPr spc="-15" dirty="0">
                <a:latin typeface="Arial MT"/>
                <a:cs typeface="Arial MT"/>
              </a:rPr>
              <a:t> </a:t>
            </a:r>
            <a:r>
              <a:rPr dirty="0">
                <a:latin typeface="Arial MT"/>
                <a:cs typeface="Arial MT"/>
              </a:rPr>
              <a:t>Chess</a:t>
            </a:r>
            <a:r>
              <a:rPr spc="-35" dirty="0">
                <a:latin typeface="Arial MT"/>
                <a:cs typeface="Arial MT"/>
              </a:rPr>
              <a:t> </a:t>
            </a:r>
            <a:r>
              <a:rPr dirty="0">
                <a:latin typeface="Arial MT"/>
                <a:cs typeface="Arial MT"/>
              </a:rPr>
              <a:t>board</a:t>
            </a:r>
            <a:r>
              <a:rPr spc="-15" dirty="0">
                <a:latin typeface="Arial MT"/>
                <a:cs typeface="Arial MT"/>
              </a:rPr>
              <a:t> </a:t>
            </a:r>
            <a:r>
              <a:rPr dirty="0">
                <a:latin typeface="Arial MT"/>
                <a:cs typeface="Arial MT"/>
              </a:rPr>
              <a:t>is</a:t>
            </a:r>
            <a:r>
              <a:rPr spc="-10" dirty="0">
                <a:latin typeface="Arial MT"/>
                <a:cs typeface="Arial MT"/>
              </a:rPr>
              <a:t> </a:t>
            </a:r>
            <a:r>
              <a:rPr dirty="0">
                <a:latin typeface="Arial MT"/>
                <a:cs typeface="Arial MT"/>
              </a:rPr>
              <a:t>fully</a:t>
            </a:r>
            <a:r>
              <a:rPr spc="-35" dirty="0">
                <a:latin typeface="Arial MT"/>
                <a:cs typeface="Arial MT"/>
              </a:rPr>
              <a:t> </a:t>
            </a:r>
            <a:r>
              <a:rPr dirty="0">
                <a:latin typeface="Arial MT"/>
                <a:cs typeface="Arial MT"/>
              </a:rPr>
              <a:t>observable</a:t>
            </a:r>
            <a:r>
              <a:rPr spc="-40" dirty="0">
                <a:latin typeface="Arial MT"/>
                <a:cs typeface="Arial MT"/>
              </a:rPr>
              <a:t> </a:t>
            </a:r>
            <a:r>
              <a:rPr dirty="0">
                <a:latin typeface="Arial MT"/>
                <a:cs typeface="Arial MT"/>
              </a:rPr>
              <a:t>to</a:t>
            </a:r>
            <a:r>
              <a:rPr spc="-15" dirty="0">
                <a:latin typeface="Arial MT"/>
                <a:cs typeface="Arial MT"/>
              </a:rPr>
              <a:t> </a:t>
            </a:r>
            <a:r>
              <a:rPr dirty="0">
                <a:latin typeface="Arial MT"/>
                <a:cs typeface="Arial MT"/>
              </a:rPr>
              <a:t>the</a:t>
            </a:r>
            <a:r>
              <a:rPr spc="10" dirty="0">
                <a:latin typeface="Arial MT"/>
                <a:cs typeface="Arial MT"/>
              </a:rPr>
              <a:t> </a:t>
            </a:r>
            <a:r>
              <a:rPr spc="-10" dirty="0">
                <a:latin typeface="Arial MT"/>
                <a:cs typeface="Arial MT"/>
              </a:rPr>
              <a:t>Chess </a:t>
            </a:r>
            <a:r>
              <a:rPr dirty="0">
                <a:latin typeface="Arial MT"/>
                <a:cs typeface="Arial MT"/>
              </a:rPr>
              <a:t>agent,</a:t>
            </a:r>
            <a:r>
              <a:rPr spc="-55" dirty="0">
                <a:latin typeface="Arial MT"/>
                <a:cs typeface="Arial MT"/>
              </a:rPr>
              <a:t> </a:t>
            </a:r>
            <a:r>
              <a:rPr dirty="0">
                <a:latin typeface="Arial MT"/>
                <a:cs typeface="Arial MT"/>
              </a:rPr>
              <a:t>nothing</a:t>
            </a:r>
            <a:r>
              <a:rPr spc="-20" dirty="0">
                <a:latin typeface="Arial MT"/>
                <a:cs typeface="Arial MT"/>
              </a:rPr>
              <a:t> </a:t>
            </a:r>
            <a:r>
              <a:rPr dirty="0">
                <a:latin typeface="Arial MT"/>
                <a:cs typeface="Arial MT"/>
              </a:rPr>
              <a:t>is</a:t>
            </a:r>
            <a:r>
              <a:rPr spc="15" dirty="0">
                <a:latin typeface="Arial MT"/>
                <a:cs typeface="Arial MT"/>
              </a:rPr>
              <a:t> </a:t>
            </a:r>
            <a:r>
              <a:rPr spc="-10" dirty="0">
                <a:latin typeface="Arial MT"/>
                <a:cs typeface="Arial MT"/>
              </a:rPr>
              <a:t>hidden.</a:t>
            </a:r>
            <a:endParaRPr dirty="0">
              <a:latin typeface="Arial MT"/>
              <a:cs typeface="Arial MT"/>
            </a:endParaRPr>
          </a:p>
          <a:p>
            <a:pPr marL="12700" marR="5080">
              <a:spcBef>
                <a:spcPts val="430"/>
              </a:spcBef>
            </a:pPr>
            <a:r>
              <a:rPr dirty="0">
                <a:latin typeface="Arial MT"/>
                <a:cs typeface="Arial MT"/>
              </a:rPr>
              <a:t>The</a:t>
            </a:r>
            <a:r>
              <a:rPr spc="-10" dirty="0">
                <a:latin typeface="Arial MT"/>
                <a:cs typeface="Arial MT"/>
              </a:rPr>
              <a:t> </a:t>
            </a:r>
            <a:r>
              <a:rPr dirty="0">
                <a:latin typeface="Arial MT"/>
                <a:cs typeface="Arial MT"/>
              </a:rPr>
              <a:t>environment</a:t>
            </a:r>
            <a:r>
              <a:rPr spc="465" dirty="0">
                <a:latin typeface="Arial MT"/>
                <a:cs typeface="Arial MT"/>
              </a:rPr>
              <a:t> </a:t>
            </a:r>
            <a:r>
              <a:rPr dirty="0">
                <a:latin typeface="Arial MT"/>
                <a:cs typeface="Arial MT"/>
              </a:rPr>
              <a:t>changes</a:t>
            </a:r>
            <a:r>
              <a:rPr spc="-50" dirty="0">
                <a:latin typeface="Arial MT"/>
                <a:cs typeface="Arial MT"/>
              </a:rPr>
              <a:t> </a:t>
            </a:r>
            <a:r>
              <a:rPr dirty="0">
                <a:latin typeface="Arial MT"/>
                <a:cs typeface="Arial MT"/>
              </a:rPr>
              <a:t>based</a:t>
            </a:r>
            <a:r>
              <a:rPr spc="-30" dirty="0">
                <a:latin typeface="Arial MT"/>
                <a:cs typeface="Arial MT"/>
              </a:rPr>
              <a:t> </a:t>
            </a:r>
            <a:r>
              <a:rPr dirty="0">
                <a:latin typeface="Arial MT"/>
                <a:cs typeface="Arial MT"/>
              </a:rPr>
              <a:t>on</a:t>
            </a:r>
            <a:r>
              <a:rPr spc="30" dirty="0">
                <a:latin typeface="Arial MT"/>
                <a:cs typeface="Arial MT"/>
              </a:rPr>
              <a:t> </a:t>
            </a:r>
            <a:r>
              <a:rPr dirty="0">
                <a:latin typeface="Arial MT"/>
                <a:cs typeface="Arial MT"/>
              </a:rPr>
              <a:t>actions</a:t>
            </a:r>
            <a:r>
              <a:rPr spc="-45" dirty="0">
                <a:latin typeface="Arial MT"/>
                <a:cs typeface="Arial MT"/>
              </a:rPr>
              <a:t> </a:t>
            </a:r>
            <a:r>
              <a:rPr dirty="0">
                <a:latin typeface="Arial MT"/>
                <a:cs typeface="Arial MT"/>
              </a:rPr>
              <a:t>of</a:t>
            </a:r>
            <a:r>
              <a:rPr spc="-10" dirty="0">
                <a:latin typeface="Arial MT"/>
                <a:cs typeface="Arial MT"/>
              </a:rPr>
              <a:t> </a:t>
            </a:r>
            <a:r>
              <a:rPr spc="-25" dirty="0">
                <a:latin typeface="Arial MT"/>
                <a:cs typeface="Arial MT"/>
              </a:rPr>
              <a:t>the </a:t>
            </a:r>
            <a:r>
              <a:rPr dirty="0">
                <a:latin typeface="Arial MT"/>
                <a:cs typeface="Arial MT"/>
              </a:rPr>
              <a:t>Chess</a:t>
            </a:r>
            <a:r>
              <a:rPr spc="-50" dirty="0">
                <a:latin typeface="Arial MT"/>
                <a:cs typeface="Arial MT"/>
              </a:rPr>
              <a:t> </a:t>
            </a:r>
            <a:r>
              <a:rPr dirty="0">
                <a:latin typeface="Arial MT"/>
                <a:cs typeface="Arial MT"/>
              </a:rPr>
              <a:t>agent</a:t>
            </a:r>
            <a:r>
              <a:rPr spc="-10" dirty="0">
                <a:latin typeface="Arial MT"/>
                <a:cs typeface="Arial MT"/>
              </a:rPr>
              <a:t> </a:t>
            </a:r>
            <a:r>
              <a:rPr dirty="0">
                <a:latin typeface="Arial MT"/>
                <a:cs typeface="Arial MT"/>
              </a:rPr>
              <a:t>and those</a:t>
            </a:r>
            <a:r>
              <a:rPr spc="-30" dirty="0">
                <a:latin typeface="Arial MT"/>
                <a:cs typeface="Arial MT"/>
              </a:rPr>
              <a:t> </a:t>
            </a:r>
            <a:r>
              <a:rPr dirty="0">
                <a:latin typeface="Arial MT"/>
                <a:cs typeface="Arial MT"/>
              </a:rPr>
              <a:t>of</a:t>
            </a:r>
            <a:r>
              <a:rPr spc="-10" dirty="0">
                <a:latin typeface="Arial MT"/>
                <a:cs typeface="Arial MT"/>
              </a:rPr>
              <a:t> </a:t>
            </a:r>
            <a:r>
              <a:rPr dirty="0">
                <a:latin typeface="Arial MT"/>
                <a:cs typeface="Arial MT"/>
              </a:rPr>
              <a:t>the opponent.</a:t>
            </a:r>
            <a:r>
              <a:rPr spc="-30" dirty="0">
                <a:latin typeface="Arial MT"/>
                <a:cs typeface="Arial MT"/>
              </a:rPr>
              <a:t> </a:t>
            </a:r>
            <a:r>
              <a:rPr dirty="0">
                <a:latin typeface="Arial MT"/>
                <a:cs typeface="Arial MT"/>
              </a:rPr>
              <a:t>But</a:t>
            </a:r>
            <a:r>
              <a:rPr spc="20" dirty="0">
                <a:latin typeface="Arial MT"/>
                <a:cs typeface="Arial MT"/>
              </a:rPr>
              <a:t> </a:t>
            </a:r>
            <a:r>
              <a:rPr spc="-10" dirty="0">
                <a:latin typeface="Arial MT"/>
                <a:cs typeface="Arial MT"/>
              </a:rPr>
              <a:t>during </a:t>
            </a:r>
            <a:r>
              <a:rPr dirty="0">
                <a:latin typeface="Arial MT"/>
                <a:cs typeface="Arial MT"/>
              </a:rPr>
              <a:t>the</a:t>
            </a:r>
            <a:r>
              <a:rPr spc="-40" dirty="0">
                <a:latin typeface="Arial MT"/>
                <a:cs typeface="Arial MT"/>
              </a:rPr>
              <a:t> </a:t>
            </a:r>
            <a:r>
              <a:rPr dirty="0">
                <a:latin typeface="Arial MT"/>
                <a:cs typeface="Arial MT"/>
              </a:rPr>
              <a:t>period</a:t>
            </a:r>
            <a:r>
              <a:rPr spc="-35" dirty="0">
                <a:latin typeface="Arial MT"/>
                <a:cs typeface="Arial MT"/>
              </a:rPr>
              <a:t> </a:t>
            </a:r>
            <a:r>
              <a:rPr dirty="0">
                <a:latin typeface="Arial MT"/>
                <a:cs typeface="Arial MT"/>
              </a:rPr>
              <a:t>when</a:t>
            </a:r>
            <a:r>
              <a:rPr spc="10" dirty="0">
                <a:latin typeface="Arial MT"/>
                <a:cs typeface="Arial MT"/>
              </a:rPr>
              <a:t> </a:t>
            </a:r>
            <a:r>
              <a:rPr dirty="0">
                <a:latin typeface="Arial MT"/>
                <a:cs typeface="Arial MT"/>
              </a:rPr>
              <a:t>the</a:t>
            </a:r>
            <a:r>
              <a:rPr spc="-10" dirty="0">
                <a:latin typeface="Arial MT"/>
                <a:cs typeface="Arial MT"/>
              </a:rPr>
              <a:t> </a:t>
            </a:r>
            <a:r>
              <a:rPr dirty="0">
                <a:latin typeface="Arial MT"/>
                <a:cs typeface="Arial MT"/>
              </a:rPr>
              <a:t>Chess</a:t>
            </a:r>
            <a:r>
              <a:rPr spc="-5" dirty="0">
                <a:latin typeface="Arial MT"/>
                <a:cs typeface="Arial MT"/>
              </a:rPr>
              <a:t> </a:t>
            </a:r>
            <a:r>
              <a:rPr dirty="0">
                <a:latin typeface="Arial MT"/>
                <a:cs typeface="Arial MT"/>
              </a:rPr>
              <a:t>agent</a:t>
            </a:r>
            <a:r>
              <a:rPr spc="-35" dirty="0">
                <a:latin typeface="Arial MT"/>
                <a:cs typeface="Arial MT"/>
              </a:rPr>
              <a:t> </a:t>
            </a:r>
            <a:r>
              <a:rPr dirty="0">
                <a:latin typeface="Arial MT"/>
                <a:cs typeface="Arial MT"/>
              </a:rPr>
              <a:t>is</a:t>
            </a:r>
            <a:r>
              <a:rPr spc="-10" dirty="0">
                <a:latin typeface="Arial MT"/>
                <a:cs typeface="Arial MT"/>
              </a:rPr>
              <a:t> </a:t>
            </a:r>
            <a:r>
              <a:rPr dirty="0">
                <a:latin typeface="Arial MT"/>
                <a:cs typeface="Arial MT"/>
              </a:rPr>
              <a:t>making</a:t>
            </a:r>
            <a:r>
              <a:rPr spc="-35" dirty="0">
                <a:latin typeface="Arial MT"/>
                <a:cs typeface="Arial MT"/>
              </a:rPr>
              <a:t> </a:t>
            </a:r>
            <a:r>
              <a:rPr spc="-50" dirty="0">
                <a:latin typeface="Arial MT"/>
                <a:cs typeface="Arial MT"/>
              </a:rPr>
              <a:t>a </a:t>
            </a:r>
            <a:r>
              <a:rPr dirty="0">
                <a:latin typeface="Arial MT"/>
                <a:cs typeface="Arial MT"/>
              </a:rPr>
              <a:t>decision</a:t>
            </a:r>
            <a:r>
              <a:rPr spc="-80" dirty="0">
                <a:latin typeface="Arial MT"/>
                <a:cs typeface="Arial MT"/>
              </a:rPr>
              <a:t> </a:t>
            </a:r>
            <a:r>
              <a:rPr dirty="0">
                <a:latin typeface="Arial MT"/>
                <a:cs typeface="Arial MT"/>
              </a:rPr>
              <a:t>for</a:t>
            </a:r>
            <a:r>
              <a:rPr spc="-15" dirty="0">
                <a:latin typeface="Arial MT"/>
                <a:cs typeface="Arial MT"/>
              </a:rPr>
              <a:t> </a:t>
            </a:r>
            <a:r>
              <a:rPr dirty="0">
                <a:latin typeface="Arial MT"/>
                <a:cs typeface="Arial MT"/>
              </a:rPr>
              <a:t>a</a:t>
            </a:r>
            <a:r>
              <a:rPr spc="10" dirty="0">
                <a:latin typeface="Arial MT"/>
                <a:cs typeface="Arial MT"/>
              </a:rPr>
              <a:t> </a:t>
            </a:r>
            <a:r>
              <a:rPr dirty="0">
                <a:latin typeface="Arial MT"/>
                <a:cs typeface="Arial MT"/>
              </a:rPr>
              <a:t>move,</a:t>
            </a:r>
            <a:r>
              <a:rPr spc="-15" dirty="0">
                <a:latin typeface="Arial MT"/>
                <a:cs typeface="Arial MT"/>
              </a:rPr>
              <a:t> </a:t>
            </a:r>
            <a:r>
              <a:rPr dirty="0">
                <a:latin typeface="Arial MT"/>
                <a:cs typeface="Arial MT"/>
              </a:rPr>
              <a:t>the</a:t>
            </a:r>
            <a:r>
              <a:rPr spc="-10" dirty="0">
                <a:latin typeface="Arial MT"/>
                <a:cs typeface="Arial MT"/>
              </a:rPr>
              <a:t> </a:t>
            </a:r>
            <a:r>
              <a:rPr dirty="0">
                <a:latin typeface="Arial MT"/>
                <a:cs typeface="Arial MT"/>
              </a:rPr>
              <a:t>environment</a:t>
            </a:r>
            <a:r>
              <a:rPr spc="-60" dirty="0">
                <a:latin typeface="Arial MT"/>
                <a:cs typeface="Arial MT"/>
              </a:rPr>
              <a:t> </a:t>
            </a:r>
            <a:r>
              <a:rPr dirty="0">
                <a:latin typeface="Arial MT"/>
                <a:cs typeface="Arial MT"/>
              </a:rPr>
              <a:t>(Chess</a:t>
            </a:r>
            <a:r>
              <a:rPr spc="-15" dirty="0">
                <a:latin typeface="Arial MT"/>
                <a:cs typeface="Arial MT"/>
              </a:rPr>
              <a:t> </a:t>
            </a:r>
            <a:r>
              <a:rPr spc="-10" dirty="0">
                <a:latin typeface="Arial MT"/>
                <a:cs typeface="Arial MT"/>
              </a:rPr>
              <a:t>board) </a:t>
            </a:r>
            <a:r>
              <a:rPr dirty="0">
                <a:latin typeface="Arial MT"/>
                <a:cs typeface="Arial MT"/>
              </a:rPr>
              <a:t>does</a:t>
            </a:r>
            <a:r>
              <a:rPr spc="-45" dirty="0">
                <a:latin typeface="Arial MT"/>
                <a:cs typeface="Arial MT"/>
              </a:rPr>
              <a:t> </a:t>
            </a:r>
            <a:r>
              <a:rPr dirty="0">
                <a:latin typeface="Arial MT"/>
                <a:cs typeface="Arial MT"/>
              </a:rPr>
              <a:t>not </a:t>
            </a:r>
            <a:r>
              <a:rPr spc="-10" dirty="0">
                <a:latin typeface="Arial MT"/>
                <a:cs typeface="Arial MT"/>
              </a:rPr>
              <a:t>change.</a:t>
            </a:r>
            <a:endParaRPr dirty="0">
              <a:latin typeface="Arial MT"/>
              <a:cs typeface="Arial MT"/>
            </a:endParaRPr>
          </a:p>
          <a:p>
            <a:pPr marL="12700" marR="581025">
              <a:spcBef>
                <a:spcPts val="434"/>
              </a:spcBef>
            </a:pPr>
            <a:r>
              <a:rPr dirty="0">
                <a:latin typeface="Arial MT"/>
                <a:cs typeface="Arial MT"/>
              </a:rPr>
              <a:t>The</a:t>
            </a:r>
            <a:r>
              <a:rPr spc="-10" dirty="0">
                <a:latin typeface="Arial MT"/>
                <a:cs typeface="Arial MT"/>
              </a:rPr>
              <a:t> </a:t>
            </a:r>
            <a:r>
              <a:rPr dirty="0">
                <a:latin typeface="Arial MT"/>
                <a:cs typeface="Arial MT"/>
              </a:rPr>
              <a:t>Chess</a:t>
            </a:r>
            <a:r>
              <a:rPr spc="-25" dirty="0">
                <a:latin typeface="Arial MT"/>
                <a:cs typeface="Arial MT"/>
              </a:rPr>
              <a:t> </a:t>
            </a:r>
            <a:r>
              <a:rPr dirty="0">
                <a:latin typeface="Arial MT"/>
                <a:cs typeface="Arial MT"/>
              </a:rPr>
              <a:t>board</a:t>
            </a:r>
            <a:r>
              <a:rPr spc="-10" dirty="0">
                <a:latin typeface="Arial MT"/>
                <a:cs typeface="Arial MT"/>
              </a:rPr>
              <a:t> </a:t>
            </a:r>
            <a:r>
              <a:rPr dirty="0">
                <a:latin typeface="Arial MT"/>
                <a:cs typeface="Arial MT"/>
              </a:rPr>
              <a:t>changes</a:t>
            </a:r>
            <a:r>
              <a:rPr spc="-50" dirty="0">
                <a:latin typeface="Arial MT"/>
                <a:cs typeface="Arial MT"/>
              </a:rPr>
              <a:t> </a:t>
            </a:r>
            <a:r>
              <a:rPr dirty="0">
                <a:latin typeface="Arial MT"/>
                <a:cs typeface="Arial MT"/>
              </a:rPr>
              <a:t>based</a:t>
            </a:r>
            <a:r>
              <a:rPr spc="-35" dirty="0">
                <a:latin typeface="Arial MT"/>
                <a:cs typeface="Arial MT"/>
              </a:rPr>
              <a:t> </a:t>
            </a:r>
            <a:r>
              <a:rPr dirty="0">
                <a:latin typeface="Arial MT"/>
                <a:cs typeface="Arial MT"/>
              </a:rPr>
              <a:t>on</a:t>
            </a:r>
            <a:r>
              <a:rPr spc="-5" dirty="0">
                <a:latin typeface="Arial MT"/>
                <a:cs typeface="Arial MT"/>
              </a:rPr>
              <a:t> </a:t>
            </a:r>
            <a:r>
              <a:rPr dirty="0">
                <a:latin typeface="Arial MT"/>
                <a:cs typeface="Arial MT"/>
              </a:rPr>
              <a:t>the</a:t>
            </a:r>
            <a:r>
              <a:rPr spc="-5" dirty="0">
                <a:latin typeface="Arial MT"/>
                <a:cs typeface="Arial MT"/>
              </a:rPr>
              <a:t> </a:t>
            </a:r>
            <a:r>
              <a:rPr spc="-20" dirty="0">
                <a:latin typeface="Arial MT"/>
                <a:cs typeface="Arial MT"/>
              </a:rPr>
              <a:t>move </a:t>
            </a:r>
            <a:r>
              <a:rPr dirty="0">
                <a:latin typeface="Arial MT"/>
                <a:cs typeface="Arial MT"/>
              </a:rPr>
              <a:t>selected</a:t>
            </a:r>
            <a:r>
              <a:rPr spc="-80" dirty="0">
                <a:latin typeface="Arial MT"/>
                <a:cs typeface="Arial MT"/>
              </a:rPr>
              <a:t> </a:t>
            </a:r>
            <a:r>
              <a:rPr dirty="0">
                <a:latin typeface="Arial MT"/>
                <a:cs typeface="Arial MT"/>
              </a:rPr>
              <a:t>by</a:t>
            </a:r>
            <a:r>
              <a:rPr spc="15" dirty="0">
                <a:latin typeface="Arial MT"/>
                <a:cs typeface="Arial MT"/>
              </a:rPr>
              <a:t> </a:t>
            </a:r>
            <a:r>
              <a:rPr dirty="0">
                <a:latin typeface="Arial MT"/>
                <a:cs typeface="Arial MT"/>
              </a:rPr>
              <a:t>the agent,</a:t>
            </a:r>
            <a:r>
              <a:rPr spc="-25" dirty="0">
                <a:latin typeface="Arial MT"/>
                <a:cs typeface="Arial MT"/>
              </a:rPr>
              <a:t> </a:t>
            </a:r>
            <a:r>
              <a:rPr dirty="0">
                <a:latin typeface="Arial MT"/>
                <a:cs typeface="Arial MT"/>
              </a:rPr>
              <a:t>and therefore</a:t>
            </a:r>
            <a:r>
              <a:rPr spc="-25" dirty="0">
                <a:latin typeface="Arial MT"/>
                <a:cs typeface="Arial MT"/>
              </a:rPr>
              <a:t> the </a:t>
            </a:r>
            <a:r>
              <a:rPr dirty="0">
                <a:latin typeface="Arial MT"/>
                <a:cs typeface="Arial MT"/>
              </a:rPr>
              <a:t>environment</a:t>
            </a:r>
            <a:r>
              <a:rPr spc="-85" dirty="0">
                <a:latin typeface="Arial MT"/>
                <a:cs typeface="Arial MT"/>
              </a:rPr>
              <a:t> </a:t>
            </a:r>
            <a:r>
              <a:rPr dirty="0">
                <a:latin typeface="Arial MT"/>
                <a:cs typeface="Arial MT"/>
              </a:rPr>
              <a:t>is</a:t>
            </a:r>
            <a:r>
              <a:rPr spc="-5" dirty="0">
                <a:latin typeface="Arial MT"/>
                <a:cs typeface="Arial MT"/>
              </a:rPr>
              <a:t> </a:t>
            </a:r>
            <a:r>
              <a:rPr spc="-10" dirty="0">
                <a:latin typeface="Arial MT"/>
                <a:cs typeface="Arial MT"/>
              </a:rPr>
              <a:t>deterministic.</a:t>
            </a:r>
            <a:endParaRPr dirty="0">
              <a:latin typeface="Arial MT"/>
              <a:cs typeface="Arial MT"/>
            </a:endParaRPr>
          </a:p>
          <a:p>
            <a:pPr marL="12700" marR="152400">
              <a:spcBef>
                <a:spcPts val="430"/>
              </a:spcBef>
            </a:pPr>
            <a:r>
              <a:rPr dirty="0">
                <a:latin typeface="Arial MT"/>
                <a:cs typeface="Arial MT"/>
              </a:rPr>
              <a:t>The</a:t>
            </a:r>
            <a:r>
              <a:rPr spc="-5" dirty="0">
                <a:latin typeface="Arial MT"/>
                <a:cs typeface="Arial MT"/>
              </a:rPr>
              <a:t> </a:t>
            </a:r>
            <a:r>
              <a:rPr dirty="0">
                <a:latin typeface="Arial MT"/>
                <a:cs typeface="Arial MT"/>
              </a:rPr>
              <a:t>Chess</a:t>
            </a:r>
            <a:r>
              <a:rPr spc="-25" dirty="0">
                <a:latin typeface="Arial MT"/>
                <a:cs typeface="Arial MT"/>
              </a:rPr>
              <a:t> </a:t>
            </a:r>
            <a:r>
              <a:rPr dirty="0">
                <a:latin typeface="Arial MT"/>
                <a:cs typeface="Arial MT"/>
              </a:rPr>
              <a:t>agent</a:t>
            </a:r>
            <a:r>
              <a:rPr spc="-10" dirty="0">
                <a:latin typeface="Arial MT"/>
                <a:cs typeface="Arial MT"/>
              </a:rPr>
              <a:t> </a:t>
            </a:r>
            <a:r>
              <a:rPr dirty="0">
                <a:latin typeface="Arial MT"/>
                <a:cs typeface="Arial MT"/>
              </a:rPr>
              <a:t>operates</a:t>
            </a:r>
            <a:r>
              <a:rPr spc="-50" dirty="0">
                <a:latin typeface="Arial MT"/>
                <a:cs typeface="Arial MT"/>
              </a:rPr>
              <a:t> </a:t>
            </a:r>
            <a:r>
              <a:rPr dirty="0">
                <a:latin typeface="Arial MT"/>
                <a:cs typeface="Arial MT"/>
              </a:rPr>
              <a:t>in</a:t>
            </a:r>
            <a:r>
              <a:rPr spc="-5" dirty="0">
                <a:latin typeface="Arial MT"/>
                <a:cs typeface="Arial MT"/>
              </a:rPr>
              <a:t> </a:t>
            </a:r>
            <a:r>
              <a:rPr dirty="0">
                <a:latin typeface="Arial MT"/>
                <a:cs typeface="Arial MT"/>
              </a:rPr>
              <a:t>episodes,</a:t>
            </a:r>
            <a:r>
              <a:rPr spc="-30" dirty="0">
                <a:latin typeface="Arial MT"/>
                <a:cs typeface="Arial MT"/>
              </a:rPr>
              <a:t> </a:t>
            </a:r>
            <a:r>
              <a:rPr spc="-10" dirty="0">
                <a:latin typeface="Arial MT"/>
                <a:cs typeface="Arial MT"/>
              </a:rPr>
              <a:t>alternating </a:t>
            </a:r>
            <a:r>
              <a:rPr dirty="0">
                <a:latin typeface="Arial MT"/>
                <a:cs typeface="Arial MT"/>
              </a:rPr>
              <a:t>between</a:t>
            </a:r>
            <a:r>
              <a:rPr spc="-30" dirty="0">
                <a:latin typeface="Arial MT"/>
                <a:cs typeface="Arial MT"/>
              </a:rPr>
              <a:t> </a:t>
            </a:r>
            <a:r>
              <a:rPr dirty="0">
                <a:latin typeface="Arial MT"/>
                <a:cs typeface="Arial MT"/>
              </a:rPr>
              <a:t>agent</a:t>
            </a:r>
            <a:r>
              <a:rPr spc="-15" dirty="0">
                <a:latin typeface="Arial MT"/>
                <a:cs typeface="Arial MT"/>
              </a:rPr>
              <a:t> </a:t>
            </a:r>
            <a:r>
              <a:rPr dirty="0">
                <a:latin typeface="Arial MT"/>
                <a:cs typeface="Arial MT"/>
              </a:rPr>
              <a:t>moves</a:t>
            </a:r>
            <a:r>
              <a:rPr spc="-30" dirty="0">
                <a:latin typeface="Arial MT"/>
                <a:cs typeface="Arial MT"/>
              </a:rPr>
              <a:t> </a:t>
            </a:r>
            <a:r>
              <a:rPr dirty="0">
                <a:latin typeface="Arial MT"/>
                <a:cs typeface="Arial MT"/>
              </a:rPr>
              <a:t>and</a:t>
            </a:r>
            <a:r>
              <a:rPr spc="-5" dirty="0">
                <a:latin typeface="Arial MT"/>
                <a:cs typeface="Arial MT"/>
              </a:rPr>
              <a:t> </a:t>
            </a:r>
            <a:r>
              <a:rPr dirty="0">
                <a:latin typeface="Arial MT"/>
                <a:cs typeface="Arial MT"/>
              </a:rPr>
              <a:t>opponent</a:t>
            </a:r>
            <a:r>
              <a:rPr spc="-45" dirty="0">
                <a:latin typeface="Arial MT"/>
                <a:cs typeface="Arial MT"/>
              </a:rPr>
              <a:t> </a:t>
            </a:r>
            <a:r>
              <a:rPr spc="-10" dirty="0">
                <a:latin typeface="Arial MT"/>
                <a:cs typeface="Arial MT"/>
              </a:rPr>
              <a:t>moves.</a:t>
            </a:r>
            <a:endParaRPr dirty="0">
              <a:latin typeface="Arial MT"/>
              <a:cs typeface="Arial MT"/>
            </a:endParaRPr>
          </a:p>
          <a:p>
            <a:pPr marL="12700" marR="133985">
              <a:spcBef>
                <a:spcPts val="430"/>
              </a:spcBef>
            </a:pPr>
            <a:r>
              <a:rPr dirty="0">
                <a:latin typeface="Arial MT"/>
                <a:cs typeface="Arial MT"/>
              </a:rPr>
              <a:t>The</a:t>
            </a:r>
            <a:r>
              <a:rPr spc="-10" dirty="0">
                <a:latin typeface="Arial MT"/>
                <a:cs typeface="Arial MT"/>
              </a:rPr>
              <a:t> </a:t>
            </a:r>
            <a:r>
              <a:rPr dirty="0">
                <a:latin typeface="Arial MT"/>
                <a:cs typeface="Arial MT"/>
              </a:rPr>
              <a:t>Chess</a:t>
            </a:r>
            <a:r>
              <a:rPr spc="-25" dirty="0">
                <a:latin typeface="Arial MT"/>
                <a:cs typeface="Arial MT"/>
              </a:rPr>
              <a:t> </a:t>
            </a:r>
            <a:r>
              <a:rPr dirty="0">
                <a:latin typeface="Arial MT"/>
                <a:cs typeface="Arial MT"/>
              </a:rPr>
              <a:t>board</a:t>
            </a:r>
            <a:r>
              <a:rPr spc="-5" dirty="0">
                <a:latin typeface="Arial MT"/>
                <a:cs typeface="Arial MT"/>
              </a:rPr>
              <a:t> </a:t>
            </a:r>
            <a:r>
              <a:rPr dirty="0">
                <a:latin typeface="Arial MT"/>
                <a:cs typeface="Arial MT"/>
              </a:rPr>
              <a:t>environment</a:t>
            </a:r>
            <a:r>
              <a:rPr spc="-55" dirty="0">
                <a:latin typeface="Arial MT"/>
                <a:cs typeface="Arial MT"/>
              </a:rPr>
              <a:t> </a:t>
            </a:r>
            <a:r>
              <a:rPr dirty="0">
                <a:latin typeface="Arial MT"/>
                <a:cs typeface="Arial MT"/>
              </a:rPr>
              <a:t>can</a:t>
            </a:r>
            <a:r>
              <a:rPr spc="-5" dirty="0">
                <a:latin typeface="Arial MT"/>
                <a:cs typeface="Arial MT"/>
              </a:rPr>
              <a:t> </a:t>
            </a:r>
            <a:r>
              <a:rPr dirty="0">
                <a:latin typeface="Arial MT"/>
                <a:cs typeface="Arial MT"/>
              </a:rPr>
              <a:t>be</a:t>
            </a:r>
            <a:r>
              <a:rPr spc="10" dirty="0">
                <a:latin typeface="Arial MT"/>
                <a:cs typeface="Arial MT"/>
              </a:rPr>
              <a:t> </a:t>
            </a:r>
            <a:r>
              <a:rPr dirty="0">
                <a:latin typeface="Arial MT"/>
                <a:cs typeface="Arial MT"/>
              </a:rPr>
              <a:t>classified</a:t>
            </a:r>
            <a:r>
              <a:rPr spc="-75" dirty="0">
                <a:latin typeface="Arial MT"/>
                <a:cs typeface="Arial MT"/>
              </a:rPr>
              <a:t> </a:t>
            </a:r>
            <a:r>
              <a:rPr spc="-25" dirty="0">
                <a:latin typeface="Arial MT"/>
                <a:cs typeface="Arial MT"/>
              </a:rPr>
              <a:t>as </a:t>
            </a:r>
            <a:r>
              <a:rPr dirty="0">
                <a:latin typeface="Arial MT"/>
                <a:cs typeface="Arial MT"/>
              </a:rPr>
              <a:t>single</a:t>
            </a:r>
            <a:r>
              <a:rPr spc="-50" dirty="0">
                <a:latin typeface="Arial MT"/>
                <a:cs typeface="Arial MT"/>
              </a:rPr>
              <a:t> </a:t>
            </a:r>
            <a:r>
              <a:rPr dirty="0">
                <a:latin typeface="Arial MT"/>
                <a:cs typeface="Arial MT"/>
              </a:rPr>
              <a:t>agent</a:t>
            </a:r>
            <a:r>
              <a:rPr spc="-30" dirty="0">
                <a:latin typeface="Arial MT"/>
                <a:cs typeface="Arial MT"/>
              </a:rPr>
              <a:t> </a:t>
            </a:r>
            <a:r>
              <a:rPr dirty="0">
                <a:latin typeface="Arial MT"/>
                <a:cs typeface="Arial MT"/>
              </a:rPr>
              <a:t>(if the opponent</a:t>
            </a:r>
            <a:r>
              <a:rPr spc="-30" dirty="0">
                <a:latin typeface="Arial MT"/>
                <a:cs typeface="Arial MT"/>
              </a:rPr>
              <a:t> </a:t>
            </a:r>
            <a:r>
              <a:rPr dirty="0">
                <a:latin typeface="Arial MT"/>
                <a:cs typeface="Arial MT"/>
              </a:rPr>
              <a:t>is</a:t>
            </a:r>
            <a:r>
              <a:rPr spc="5" dirty="0">
                <a:latin typeface="Arial MT"/>
                <a:cs typeface="Arial MT"/>
              </a:rPr>
              <a:t> </a:t>
            </a:r>
            <a:r>
              <a:rPr dirty="0">
                <a:latin typeface="Arial MT"/>
                <a:cs typeface="Arial MT"/>
              </a:rPr>
              <a:t>not</a:t>
            </a:r>
            <a:r>
              <a:rPr spc="-5" dirty="0">
                <a:latin typeface="Arial MT"/>
                <a:cs typeface="Arial MT"/>
              </a:rPr>
              <a:t> </a:t>
            </a:r>
            <a:r>
              <a:rPr dirty="0">
                <a:latin typeface="Arial MT"/>
                <a:cs typeface="Arial MT"/>
              </a:rPr>
              <a:t>considered)</a:t>
            </a:r>
            <a:r>
              <a:rPr spc="-80" dirty="0">
                <a:latin typeface="Arial MT"/>
                <a:cs typeface="Arial MT"/>
              </a:rPr>
              <a:t> </a:t>
            </a:r>
            <a:r>
              <a:rPr spc="-25" dirty="0">
                <a:latin typeface="Arial MT"/>
                <a:cs typeface="Arial MT"/>
              </a:rPr>
              <a:t>or </a:t>
            </a:r>
            <a:r>
              <a:rPr dirty="0">
                <a:latin typeface="Arial MT"/>
                <a:cs typeface="Arial MT"/>
              </a:rPr>
              <a:t>as</a:t>
            </a:r>
            <a:r>
              <a:rPr spc="-20" dirty="0">
                <a:latin typeface="Arial MT"/>
                <a:cs typeface="Arial MT"/>
              </a:rPr>
              <a:t> </a:t>
            </a:r>
            <a:r>
              <a:rPr dirty="0">
                <a:latin typeface="Arial MT"/>
                <a:cs typeface="Arial MT"/>
              </a:rPr>
              <a:t>multi-agent,</a:t>
            </a:r>
            <a:r>
              <a:rPr spc="-55" dirty="0">
                <a:latin typeface="Arial MT"/>
                <a:cs typeface="Arial MT"/>
              </a:rPr>
              <a:t> </a:t>
            </a:r>
            <a:r>
              <a:rPr dirty="0">
                <a:latin typeface="Arial MT"/>
                <a:cs typeface="Arial MT"/>
              </a:rPr>
              <a:t>considering</a:t>
            </a:r>
            <a:r>
              <a:rPr spc="-75" dirty="0">
                <a:latin typeface="Arial MT"/>
                <a:cs typeface="Arial MT"/>
              </a:rPr>
              <a:t> </a:t>
            </a:r>
            <a:r>
              <a:rPr dirty="0">
                <a:latin typeface="Arial MT"/>
                <a:cs typeface="Arial MT"/>
              </a:rPr>
              <a:t>that</a:t>
            </a:r>
            <a:r>
              <a:rPr spc="-5" dirty="0">
                <a:latin typeface="Arial MT"/>
                <a:cs typeface="Arial MT"/>
              </a:rPr>
              <a:t> </a:t>
            </a:r>
            <a:r>
              <a:rPr dirty="0">
                <a:latin typeface="Arial MT"/>
                <a:cs typeface="Arial MT"/>
              </a:rPr>
              <a:t>an</a:t>
            </a:r>
            <a:r>
              <a:rPr spc="5" dirty="0">
                <a:latin typeface="Arial MT"/>
                <a:cs typeface="Arial MT"/>
              </a:rPr>
              <a:t> </a:t>
            </a:r>
            <a:r>
              <a:rPr spc="-10" dirty="0">
                <a:latin typeface="Arial MT"/>
                <a:cs typeface="Arial MT"/>
              </a:rPr>
              <a:t>opponent </a:t>
            </a:r>
            <a:r>
              <a:rPr dirty="0">
                <a:latin typeface="Arial MT"/>
                <a:cs typeface="Arial MT"/>
              </a:rPr>
              <a:t>operates</a:t>
            </a:r>
            <a:r>
              <a:rPr spc="-55" dirty="0">
                <a:latin typeface="Arial MT"/>
                <a:cs typeface="Arial MT"/>
              </a:rPr>
              <a:t> </a:t>
            </a:r>
            <a:r>
              <a:rPr dirty="0">
                <a:latin typeface="Arial MT"/>
                <a:cs typeface="Arial MT"/>
              </a:rPr>
              <a:t>on the</a:t>
            </a:r>
            <a:r>
              <a:rPr spc="-10" dirty="0">
                <a:latin typeface="Arial MT"/>
                <a:cs typeface="Arial MT"/>
              </a:rPr>
              <a:t> </a:t>
            </a:r>
            <a:r>
              <a:rPr dirty="0">
                <a:latin typeface="Arial MT"/>
                <a:cs typeface="Arial MT"/>
              </a:rPr>
              <a:t>environment</a:t>
            </a:r>
            <a:r>
              <a:rPr spc="-60" dirty="0">
                <a:latin typeface="Arial MT"/>
                <a:cs typeface="Arial MT"/>
              </a:rPr>
              <a:t> </a:t>
            </a:r>
            <a:r>
              <a:rPr dirty="0">
                <a:latin typeface="Arial MT"/>
                <a:cs typeface="Arial MT"/>
              </a:rPr>
              <a:t>in</a:t>
            </a:r>
            <a:r>
              <a:rPr spc="-5" dirty="0">
                <a:latin typeface="Arial MT"/>
                <a:cs typeface="Arial MT"/>
              </a:rPr>
              <a:t> </a:t>
            </a:r>
            <a:r>
              <a:rPr dirty="0">
                <a:latin typeface="Arial MT"/>
                <a:cs typeface="Arial MT"/>
              </a:rPr>
              <a:t>a</a:t>
            </a:r>
            <a:r>
              <a:rPr spc="10" dirty="0">
                <a:latin typeface="Arial MT"/>
                <a:cs typeface="Arial MT"/>
              </a:rPr>
              <a:t> </a:t>
            </a:r>
            <a:r>
              <a:rPr spc="-10" dirty="0">
                <a:latin typeface="Arial MT"/>
                <a:cs typeface="Arial MT"/>
              </a:rPr>
              <a:t>competitive fashion</a:t>
            </a:r>
            <a:endParaRPr dirty="0">
              <a:latin typeface="Arial MT"/>
              <a:cs typeface="Arial MT"/>
            </a:endParaRPr>
          </a:p>
        </p:txBody>
      </p:sp>
      <p:sp>
        <p:nvSpPr>
          <p:cNvPr id="5" name="object 5"/>
          <p:cNvSpPr txBox="1"/>
          <p:nvPr/>
        </p:nvSpPr>
        <p:spPr>
          <a:xfrm>
            <a:off x="2059941" y="2209291"/>
            <a:ext cx="600075" cy="299720"/>
          </a:xfrm>
          <a:prstGeom prst="rect">
            <a:avLst/>
          </a:prstGeom>
        </p:spPr>
        <p:txBody>
          <a:bodyPr vert="horz" wrap="square" lIns="0" tIns="12700" rIns="0" bIns="0" rtlCol="0">
            <a:spAutoFit/>
          </a:bodyPr>
          <a:lstStyle/>
          <a:p>
            <a:pPr marL="12700">
              <a:spcBef>
                <a:spcPts val="100"/>
              </a:spcBef>
            </a:pPr>
            <a:r>
              <a:rPr spc="-10" dirty="0">
                <a:latin typeface="Arial MT"/>
                <a:cs typeface="Arial MT"/>
              </a:rPr>
              <a:t>Static</a:t>
            </a:r>
            <a:endParaRPr dirty="0">
              <a:latin typeface="Arial MT"/>
              <a:cs typeface="Arial MT"/>
            </a:endParaRPr>
          </a:p>
        </p:txBody>
      </p:sp>
      <p:sp>
        <p:nvSpPr>
          <p:cNvPr id="6" name="object 6"/>
          <p:cNvSpPr txBox="1"/>
          <p:nvPr/>
        </p:nvSpPr>
        <p:spPr>
          <a:xfrm>
            <a:off x="2059940" y="3635755"/>
            <a:ext cx="1174750" cy="299720"/>
          </a:xfrm>
          <a:prstGeom prst="rect">
            <a:avLst/>
          </a:prstGeom>
        </p:spPr>
        <p:txBody>
          <a:bodyPr vert="horz" wrap="square" lIns="0" tIns="12700" rIns="0" bIns="0" rtlCol="0">
            <a:spAutoFit/>
          </a:bodyPr>
          <a:lstStyle/>
          <a:p>
            <a:pPr marL="12700">
              <a:spcBef>
                <a:spcPts val="100"/>
              </a:spcBef>
            </a:pPr>
            <a:r>
              <a:rPr spc="-10" dirty="0">
                <a:latin typeface="Arial MT"/>
                <a:cs typeface="Arial MT"/>
              </a:rPr>
              <a:t>Determistic</a:t>
            </a:r>
            <a:endParaRPr>
              <a:latin typeface="Arial MT"/>
              <a:cs typeface="Arial MT"/>
            </a:endParaRPr>
          </a:p>
        </p:txBody>
      </p:sp>
      <p:sp>
        <p:nvSpPr>
          <p:cNvPr id="7" name="object 7"/>
          <p:cNvSpPr txBox="1"/>
          <p:nvPr/>
        </p:nvSpPr>
        <p:spPr>
          <a:xfrm>
            <a:off x="2059941" y="4513579"/>
            <a:ext cx="894715" cy="299720"/>
          </a:xfrm>
          <a:prstGeom prst="rect">
            <a:avLst/>
          </a:prstGeom>
        </p:spPr>
        <p:txBody>
          <a:bodyPr vert="horz" wrap="square" lIns="0" tIns="12700" rIns="0" bIns="0" rtlCol="0">
            <a:spAutoFit/>
          </a:bodyPr>
          <a:lstStyle/>
          <a:p>
            <a:pPr marL="12700">
              <a:spcBef>
                <a:spcPts val="100"/>
              </a:spcBef>
            </a:pPr>
            <a:r>
              <a:rPr spc="-10" dirty="0">
                <a:latin typeface="Arial MT"/>
                <a:cs typeface="Arial MT"/>
              </a:rPr>
              <a:t>Episodic</a:t>
            </a:r>
            <a:endParaRPr>
              <a:latin typeface="Arial MT"/>
              <a:cs typeface="Arial MT"/>
            </a:endParaRPr>
          </a:p>
        </p:txBody>
      </p:sp>
      <p:sp>
        <p:nvSpPr>
          <p:cNvPr id="8" name="object 8"/>
          <p:cNvSpPr txBox="1"/>
          <p:nvPr/>
        </p:nvSpPr>
        <p:spPr>
          <a:xfrm>
            <a:off x="2059941" y="5117083"/>
            <a:ext cx="1183005" cy="299720"/>
          </a:xfrm>
          <a:prstGeom prst="rect">
            <a:avLst/>
          </a:prstGeom>
        </p:spPr>
        <p:txBody>
          <a:bodyPr vert="horz" wrap="square" lIns="0" tIns="12700" rIns="0" bIns="0" rtlCol="0">
            <a:spAutoFit/>
          </a:bodyPr>
          <a:lstStyle/>
          <a:p>
            <a:pPr marL="12700">
              <a:spcBef>
                <a:spcPts val="100"/>
              </a:spcBef>
            </a:pPr>
            <a:r>
              <a:rPr spc="-10" dirty="0">
                <a:latin typeface="Arial MT"/>
                <a:cs typeface="Arial MT"/>
              </a:rPr>
              <a:t>Multi-</a:t>
            </a:r>
            <a:r>
              <a:rPr spc="-20" dirty="0">
                <a:latin typeface="Arial MT"/>
                <a:cs typeface="Arial MT"/>
              </a:rPr>
              <a:t>Agent</a:t>
            </a:r>
            <a:endParaRPr>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02BCD6F7-1574-ED9B-439A-9A59E08F67E5}"/>
              </a:ext>
            </a:extLst>
          </p:cNvPr>
          <p:cNvGraphicFramePr/>
          <p:nvPr>
            <p:extLst>
              <p:ext uri="{D42A27DB-BD31-4B8C-83A1-F6EECF244321}">
                <p14:modId xmlns:p14="http://schemas.microsoft.com/office/powerpoint/2010/main" val="227788968"/>
              </p:ext>
            </p:extLst>
          </p:nvPr>
        </p:nvGraphicFramePr>
        <p:xfrm>
          <a:off x="434638" y="257848"/>
          <a:ext cx="8476279" cy="9523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059941" y="1572533"/>
            <a:ext cx="1831975" cy="648335"/>
          </a:xfrm>
          <a:prstGeom prst="rect">
            <a:avLst/>
          </a:prstGeom>
        </p:spPr>
        <p:txBody>
          <a:bodyPr vert="horz" wrap="square" lIns="0" tIns="67310" rIns="0" bIns="0" rtlCol="0">
            <a:spAutoFit/>
          </a:bodyPr>
          <a:lstStyle/>
          <a:p>
            <a:pPr marL="12700">
              <a:spcBef>
                <a:spcPts val="530"/>
              </a:spcBef>
            </a:pPr>
            <a:r>
              <a:rPr b="1" spc="-10" dirty="0">
                <a:latin typeface="Arial"/>
                <a:cs typeface="Arial"/>
              </a:rPr>
              <a:t>Property</a:t>
            </a:r>
            <a:endParaRPr>
              <a:latin typeface="Arial"/>
              <a:cs typeface="Arial"/>
            </a:endParaRPr>
          </a:p>
          <a:p>
            <a:pPr marL="12700">
              <a:spcBef>
                <a:spcPts val="390"/>
              </a:spcBef>
            </a:pPr>
            <a:r>
              <a:rPr sz="1600" dirty="0">
                <a:latin typeface="Arial MT"/>
                <a:cs typeface="Arial MT"/>
              </a:rPr>
              <a:t>Partial</a:t>
            </a:r>
            <a:r>
              <a:rPr sz="1600" spc="-80" dirty="0">
                <a:latin typeface="Arial MT"/>
                <a:cs typeface="Arial MT"/>
              </a:rPr>
              <a:t> </a:t>
            </a:r>
            <a:r>
              <a:rPr sz="1600" spc="-10" dirty="0">
                <a:latin typeface="Arial MT"/>
                <a:cs typeface="Arial MT"/>
              </a:rPr>
              <a:t>Observability</a:t>
            </a:r>
            <a:endParaRPr sz="1600">
              <a:latin typeface="Arial MT"/>
              <a:cs typeface="Arial MT"/>
            </a:endParaRPr>
          </a:p>
        </p:txBody>
      </p:sp>
      <p:sp>
        <p:nvSpPr>
          <p:cNvPr id="4" name="object 4"/>
          <p:cNvSpPr txBox="1"/>
          <p:nvPr/>
        </p:nvSpPr>
        <p:spPr>
          <a:xfrm>
            <a:off x="4803141" y="1572532"/>
            <a:ext cx="5304155" cy="3525520"/>
          </a:xfrm>
          <a:prstGeom prst="rect">
            <a:avLst/>
          </a:prstGeom>
        </p:spPr>
        <p:txBody>
          <a:bodyPr vert="horz" wrap="square" lIns="0" tIns="67310" rIns="0" bIns="0" rtlCol="0">
            <a:spAutoFit/>
          </a:bodyPr>
          <a:lstStyle/>
          <a:p>
            <a:pPr marL="12700">
              <a:spcBef>
                <a:spcPts val="530"/>
              </a:spcBef>
            </a:pPr>
            <a:r>
              <a:rPr b="1" spc="-10" dirty="0">
                <a:latin typeface="Arial"/>
                <a:cs typeface="Arial"/>
              </a:rPr>
              <a:t>Description</a:t>
            </a:r>
            <a:endParaRPr>
              <a:latin typeface="Arial"/>
              <a:cs typeface="Arial"/>
            </a:endParaRPr>
          </a:p>
          <a:p>
            <a:pPr marL="12700" marR="299085">
              <a:spcBef>
                <a:spcPts val="390"/>
              </a:spcBef>
            </a:pPr>
            <a:r>
              <a:rPr sz="1600" dirty="0">
                <a:latin typeface="Arial MT"/>
                <a:cs typeface="Arial MT"/>
              </a:rPr>
              <a:t>Another</a:t>
            </a:r>
            <a:r>
              <a:rPr sz="1600" spc="-60" dirty="0">
                <a:latin typeface="Arial MT"/>
                <a:cs typeface="Arial MT"/>
              </a:rPr>
              <a:t> </a:t>
            </a:r>
            <a:r>
              <a:rPr sz="1600" dirty="0">
                <a:latin typeface="Arial MT"/>
                <a:cs typeface="Arial MT"/>
              </a:rPr>
              <a:t>character</a:t>
            </a:r>
            <a:r>
              <a:rPr sz="1600" spc="-30" dirty="0">
                <a:latin typeface="Arial MT"/>
                <a:cs typeface="Arial MT"/>
              </a:rPr>
              <a:t> </a:t>
            </a:r>
            <a:r>
              <a:rPr sz="1600" dirty="0">
                <a:latin typeface="Arial MT"/>
                <a:cs typeface="Arial MT"/>
              </a:rPr>
              <a:t>in</a:t>
            </a:r>
            <a:r>
              <a:rPr sz="1600" spc="-30" dirty="0">
                <a:latin typeface="Arial MT"/>
                <a:cs typeface="Arial MT"/>
              </a:rPr>
              <a:t> </a:t>
            </a:r>
            <a:r>
              <a:rPr sz="1600" dirty="0">
                <a:latin typeface="Arial MT"/>
                <a:cs typeface="Arial MT"/>
              </a:rPr>
              <a:t>the</a:t>
            </a:r>
            <a:r>
              <a:rPr sz="1600" spc="-5" dirty="0">
                <a:latin typeface="Arial MT"/>
                <a:cs typeface="Arial MT"/>
              </a:rPr>
              <a:t> </a:t>
            </a:r>
            <a:r>
              <a:rPr sz="1600" dirty="0">
                <a:latin typeface="Arial MT"/>
                <a:cs typeface="Arial MT"/>
              </a:rPr>
              <a:t>game</a:t>
            </a:r>
            <a:r>
              <a:rPr sz="1600" spc="-50" dirty="0">
                <a:latin typeface="Arial MT"/>
                <a:cs typeface="Arial MT"/>
              </a:rPr>
              <a:t> </a:t>
            </a:r>
            <a:r>
              <a:rPr sz="1600" dirty="0">
                <a:latin typeface="Arial MT"/>
                <a:cs typeface="Arial MT"/>
              </a:rPr>
              <a:t>may</a:t>
            </a:r>
            <a:r>
              <a:rPr sz="1600" spc="-45" dirty="0">
                <a:latin typeface="Arial MT"/>
                <a:cs typeface="Arial MT"/>
              </a:rPr>
              <a:t> </a:t>
            </a:r>
            <a:r>
              <a:rPr sz="1600" dirty="0">
                <a:latin typeface="Arial MT"/>
                <a:cs typeface="Arial MT"/>
              </a:rPr>
              <a:t>not</a:t>
            </a:r>
            <a:r>
              <a:rPr sz="1600" spc="-15" dirty="0">
                <a:latin typeface="Arial MT"/>
                <a:cs typeface="Arial MT"/>
              </a:rPr>
              <a:t> </a:t>
            </a:r>
            <a:r>
              <a:rPr sz="1600" dirty="0">
                <a:latin typeface="Arial MT"/>
                <a:cs typeface="Arial MT"/>
              </a:rPr>
              <a:t>be</a:t>
            </a:r>
            <a:r>
              <a:rPr sz="1600" spc="-10" dirty="0">
                <a:latin typeface="Arial MT"/>
                <a:cs typeface="Arial MT"/>
              </a:rPr>
              <a:t> </a:t>
            </a:r>
            <a:r>
              <a:rPr sz="1600" dirty="0">
                <a:latin typeface="Arial MT"/>
                <a:cs typeface="Arial MT"/>
              </a:rPr>
              <a:t>visible</a:t>
            </a:r>
            <a:r>
              <a:rPr sz="1600" spc="-55" dirty="0">
                <a:latin typeface="Arial MT"/>
                <a:cs typeface="Arial MT"/>
              </a:rPr>
              <a:t> </a:t>
            </a:r>
            <a:r>
              <a:rPr sz="1600" dirty="0">
                <a:latin typeface="Arial MT"/>
                <a:cs typeface="Arial MT"/>
              </a:rPr>
              <a:t>to</a:t>
            </a:r>
            <a:r>
              <a:rPr sz="1600" spc="-5" dirty="0">
                <a:latin typeface="Arial MT"/>
                <a:cs typeface="Arial MT"/>
              </a:rPr>
              <a:t> </a:t>
            </a:r>
            <a:r>
              <a:rPr sz="1600" spc="-25" dirty="0">
                <a:latin typeface="Arial MT"/>
                <a:cs typeface="Arial MT"/>
              </a:rPr>
              <a:t>the </a:t>
            </a:r>
            <a:r>
              <a:rPr sz="1600" spc="-10" dirty="0">
                <a:latin typeface="Arial MT"/>
                <a:cs typeface="Arial MT"/>
              </a:rPr>
              <a:t>player,</a:t>
            </a:r>
            <a:endParaRPr sz="1600">
              <a:latin typeface="Arial MT"/>
              <a:cs typeface="Arial MT"/>
            </a:endParaRPr>
          </a:p>
          <a:p>
            <a:pPr marL="12700" marR="1035050">
              <a:spcBef>
                <a:spcPts val="385"/>
              </a:spcBef>
            </a:pPr>
            <a:r>
              <a:rPr sz="1600" dirty="0">
                <a:latin typeface="Arial MT"/>
                <a:cs typeface="Arial MT"/>
              </a:rPr>
              <a:t>Players</a:t>
            </a:r>
            <a:r>
              <a:rPr sz="1600" spc="-45" dirty="0">
                <a:latin typeface="Arial MT"/>
                <a:cs typeface="Arial MT"/>
              </a:rPr>
              <a:t> </a:t>
            </a:r>
            <a:r>
              <a:rPr sz="1600" dirty="0">
                <a:latin typeface="Arial MT"/>
                <a:cs typeface="Arial MT"/>
              </a:rPr>
              <a:t>and</a:t>
            </a:r>
            <a:r>
              <a:rPr sz="1600" spc="-40" dirty="0">
                <a:latin typeface="Arial MT"/>
                <a:cs typeface="Arial MT"/>
              </a:rPr>
              <a:t> </a:t>
            </a:r>
            <a:r>
              <a:rPr sz="1600" dirty="0">
                <a:latin typeface="Arial MT"/>
                <a:cs typeface="Arial MT"/>
              </a:rPr>
              <a:t>NPCs</a:t>
            </a:r>
            <a:r>
              <a:rPr sz="1600" spc="-30" dirty="0">
                <a:latin typeface="Arial MT"/>
                <a:cs typeface="Arial MT"/>
              </a:rPr>
              <a:t> </a:t>
            </a:r>
            <a:r>
              <a:rPr sz="1600" dirty="0">
                <a:latin typeface="Arial MT"/>
                <a:cs typeface="Arial MT"/>
              </a:rPr>
              <a:t>compete</a:t>
            </a:r>
            <a:r>
              <a:rPr sz="1600" spc="-85" dirty="0">
                <a:latin typeface="Arial MT"/>
                <a:cs typeface="Arial MT"/>
              </a:rPr>
              <a:t> </a:t>
            </a:r>
            <a:r>
              <a:rPr sz="1600" dirty="0">
                <a:latin typeface="Arial MT"/>
                <a:cs typeface="Arial MT"/>
              </a:rPr>
              <a:t>or</a:t>
            </a:r>
            <a:r>
              <a:rPr sz="1600" spc="-20" dirty="0">
                <a:latin typeface="Arial MT"/>
                <a:cs typeface="Arial MT"/>
              </a:rPr>
              <a:t> </a:t>
            </a:r>
            <a:r>
              <a:rPr sz="1600" dirty="0">
                <a:latin typeface="Arial MT"/>
                <a:cs typeface="Arial MT"/>
              </a:rPr>
              <a:t>cooperate</a:t>
            </a:r>
            <a:r>
              <a:rPr sz="1600" spc="-40" dirty="0">
                <a:latin typeface="Arial MT"/>
                <a:cs typeface="Arial MT"/>
              </a:rPr>
              <a:t> </a:t>
            </a:r>
            <a:r>
              <a:rPr sz="1600" dirty="0">
                <a:latin typeface="Arial MT"/>
                <a:cs typeface="Arial MT"/>
              </a:rPr>
              <a:t>in</a:t>
            </a:r>
            <a:r>
              <a:rPr sz="1600" spc="-15" dirty="0">
                <a:latin typeface="Arial MT"/>
                <a:cs typeface="Arial MT"/>
              </a:rPr>
              <a:t> </a:t>
            </a:r>
            <a:r>
              <a:rPr sz="1600" spc="-25" dirty="0">
                <a:latin typeface="Arial MT"/>
                <a:cs typeface="Arial MT"/>
              </a:rPr>
              <a:t>the </a:t>
            </a:r>
            <a:r>
              <a:rPr sz="1600" spc="-10" dirty="0">
                <a:latin typeface="Arial MT"/>
                <a:cs typeface="Arial MT"/>
              </a:rPr>
              <a:t>environment</a:t>
            </a:r>
            <a:r>
              <a:rPr sz="1600" spc="-45" dirty="0">
                <a:latin typeface="Arial MT"/>
                <a:cs typeface="Arial MT"/>
              </a:rPr>
              <a:t> </a:t>
            </a:r>
            <a:r>
              <a:rPr sz="1600" dirty="0">
                <a:latin typeface="Arial MT"/>
                <a:cs typeface="Arial MT"/>
              </a:rPr>
              <a:t>i</a:t>
            </a:r>
            <a:r>
              <a:rPr sz="1600" spc="30" dirty="0">
                <a:latin typeface="Arial MT"/>
                <a:cs typeface="Arial MT"/>
              </a:rPr>
              <a:t> </a:t>
            </a:r>
            <a:r>
              <a:rPr sz="1600" dirty="0">
                <a:latin typeface="Arial MT"/>
                <a:cs typeface="Arial MT"/>
              </a:rPr>
              <a:t>n </a:t>
            </a:r>
            <a:r>
              <a:rPr sz="1600" spc="-10" dirty="0">
                <a:latin typeface="Arial MT"/>
                <a:cs typeface="Arial MT"/>
              </a:rPr>
              <a:t>real-</a:t>
            </a:r>
            <a:r>
              <a:rPr sz="1600" spc="-20" dirty="0">
                <a:latin typeface="Arial MT"/>
                <a:cs typeface="Arial MT"/>
              </a:rPr>
              <a:t>time,</a:t>
            </a:r>
            <a:endParaRPr sz="1600">
              <a:latin typeface="Arial MT"/>
              <a:cs typeface="Arial MT"/>
            </a:endParaRPr>
          </a:p>
          <a:p>
            <a:pPr marL="12700" marR="31115">
              <a:spcBef>
                <a:spcPts val="384"/>
              </a:spcBef>
            </a:pPr>
            <a:r>
              <a:rPr sz="1600" dirty="0">
                <a:latin typeface="Arial MT"/>
                <a:cs typeface="Arial MT"/>
              </a:rPr>
              <a:t>An</a:t>
            </a:r>
            <a:r>
              <a:rPr sz="1600" spc="-55" dirty="0">
                <a:latin typeface="Arial MT"/>
                <a:cs typeface="Arial MT"/>
              </a:rPr>
              <a:t> </a:t>
            </a:r>
            <a:r>
              <a:rPr sz="1600" dirty="0">
                <a:latin typeface="Arial MT"/>
                <a:cs typeface="Arial MT"/>
              </a:rPr>
              <a:t>action</a:t>
            </a:r>
            <a:r>
              <a:rPr sz="1600" spc="-55" dirty="0">
                <a:latin typeface="Arial MT"/>
                <a:cs typeface="Arial MT"/>
              </a:rPr>
              <a:t> </a:t>
            </a:r>
            <a:r>
              <a:rPr sz="1600" dirty="0">
                <a:latin typeface="Arial MT"/>
                <a:cs typeface="Arial MT"/>
              </a:rPr>
              <a:t>taken</a:t>
            </a:r>
            <a:r>
              <a:rPr sz="1600" spc="-30" dirty="0">
                <a:latin typeface="Arial MT"/>
                <a:cs typeface="Arial MT"/>
              </a:rPr>
              <a:t> </a:t>
            </a:r>
            <a:r>
              <a:rPr sz="1600" dirty="0">
                <a:latin typeface="Arial MT"/>
                <a:cs typeface="Arial MT"/>
              </a:rPr>
              <a:t>by</a:t>
            </a:r>
            <a:r>
              <a:rPr sz="1600" spc="-10" dirty="0">
                <a:latin typeface="Arial MT"/>
                <a:cs typeface="Arial MT"/>
              </a:rPr>
              <a:t> </a:t>
            </a:r>
            <a:r>
              <a:rPr sz="1600" dirty="0">
                <a:latin typeface="Arial MT"/>
                <a:cs typeface="Arial MT"/>
              </a:rPr>
              <a:t>an</a:t>
            </a:r>
            <a:r>
              <a:rPr sz="1600" spc="-5" dirty="0">
                <a:latin typeface="Arial MT"/>
                <a:cs typeface="Arial MT"/>
              </a:rPr>
              <a:t> </a:t>
            </a:r>
            <a:r>
              <a:rPr sz="1600" dirty="0">
                <a:latin typeface="Arial MT"/>
                <a:cs typeface="Arial MT"/>
              </a:rPr>
              <a:t>agent</a:t>
            </a:r>
            <a:r>
              <a:rPr sz="1600" spc="-15" dirty="0">
                <a:latin typeface="Arial MT"/>
                <a:cs typeface="Arial MT"/>
              </a:rPr>
              <a:t> </a:t>
            </a:r>
            <a:r>
              <a:rPr sz="1600" dirty="0">
                <a:latin typeface="Arial MT"/>
                <a:cs typeface="Arial MT"/>
              </a:rPr>
              <a:t>at</a:t>
            </a:r>
            <a:r>
              <a:rPr sz="1600" spc="-5" dirty="0">
                <a:latin typeface="Arial MT"/>
                <a:cs typeface="Arial MT"/>
              </a:rPr>
              <a:t> </a:t>
            </a:r>
            <a:r>
              <a:rPr sz="1600" dirty="0">
                <a:latin typeface="Arial MT"/>
                <a:cs typeface="Arial MT"/>
              </a:rPr>
              <a:t>one</a:t>
            </a:r>
            <a:r>
              <a:rPr sz="1600" spc="-30" dirty="0">
                <a:latin typeface="Arial MT"/>
                <a:cs typeface="Arial MT"/>
              </a:rPr>
              <a:t> </a:t>
            </a:r>
            <a:r>
              <a:rPr sz="1600" dirty="0">
                <a:latin typeface="Arial MT"/>
                <a:cs typeface="Arial MT"/>
              </a:rPr>
              <a:t>time</a:t>
            </a:r>
            <a:r>
              <a:rPr sz="1600" spc="-50" dirty="0">
                <a:latin typeface="Arial MT"/>
                <a:cs typeface="Arial MT"/>
              </a:rPr>
              <a:t> </a:t>
            </a:r>
            <a:r>
              <a:rPr sz="1600" dirty="0">
                <a:latin typeface="Arial MT"/>
                <a:cs typeface="Arial MT"/>
              </a:rPr>
              <a:t>may</a:t>
            </a:r>
            <a:r>
              <a:rPr sz="1600" spc="-35" dirty="0">
                <a:latin typeface="Arial MT"/>
                <a:cs typeface="Arial MT"/>
              </a:rPr>
              <a:t> </a:t>
            </a:r>
            <a:r>
              <a:rPr sz="1600" dirty="0">
                <a:latin typeface="Arial MT"/>
                <a:cs typeface="Arial MT"/>
              </a:rPr>
              <a:t>not</a:t>
            </a:r>
            <a:r>
              <a:rPr sz="1600" spc="5" dirty="0">
                <a:latin typeface="Arial MT"/>
                <a:cs typeface="Arial MT"/>
              </a:rPr>
              <a:t> </a:t>
            </a:r>
            <a:r>
              <a:rPr sz="1600" dirty="0">
                <a:latin typeface="Arial MT"/>
                <a:cs typeface="Arial MT"/>
              </a:rPr>
              <a:t>result</a:t>
            </a:r>
            <a:r>
              <a:rPr sz="1600" spc="-40" dirty="0">
                <a:latin typeface="Arial MT"/>
                <a:cs typeface="Arial MT"/>
              </a:rPr>
              <a:t> </a:t>
            </a:r>
            <a:r>
              <a:rPr sz="1600" spc="-25" dirty="0">
                <a:latin typeface="Arial MT"/>
                <a:cs typeface="Arial MT"/>
              </a:rPr>
              <a:t>in </a:t>
            </a:r>
            <a:r>
              <a:rPr sz="1600" dirty="0">
                <a:latin typeface="Arial MT"/>
                <a:cs typeface="Arial MT"/>
              </a:rPr>
              <a:t>the</a:t>
            </a:r>
            <a:r>
              <a:rPr sz="1600" spc="-65" dirty="0">
                <a:latin typeface="Arial MT"/>
                <a:cs typeface="Arial MT"/>
              </a:rPr>
              <a:t> </a:t>
            </a:r>
            <a:r>
              <a:rPr sz="1600" dirty="0">
                <a:latin typeface="Arial MT"/>
                <a:cs typeface="Arial MT"/>
              </a:rPr>
              <a:t>same</a:t>
            </a:r>
            <a:r>
              <a:rPr sz="1600" spc="-60" dirty="0">
                <a:latin typeface="Arial MT"/>
                <a:cs typeface="Arial MT"/>
              </a:rPr>
              <a:t> </a:t>
            </a:r>
            <a:r>
              <a:rPr sz="1600" dirty="0">
                <a:latin typeface="Arial MT"/>
                <a:cs typeface="Arial MT"/>
              </a:rPr>
              <a:t>response</a:t>
            </a:r>
            <a:r>
              <a:rPr sz="1600" spc="-45" dirty="0">
                <a:latin typeface="Arial MT"/>
                <a:cs typeface="Arial MT"/>
              </a:rPr>
              <a:t> </a:t>
            </a:r>
            <a:r>
              <a:rPr sz="1600" dirty="0">
                <a:latin typeface="Arial MT"/>
                <a:cs typeface="Arial MT"/>
              </a:rPr>
              <a:t>when</a:t>
            </a:r>
            <a:r>
              <a:rPr sz="1600" spc="10" dirty="0">
                <a:latin typeface="Arial MT"/>
                <a:cs typeface="Arial MT"/>
              </a:rPr>
              <a:t> </a:t>
            </a:r>
            <a:r>
              <a:rPr sz="1600" dirty="0">
                <a:latin typeface="Arial MT"/>
                <a:cs typeface="Arial MT"/>
              </a:rPr>
              <a:t>taken</a:t>
            </a:r>
            <a:r>
              <a:rPr sz="1600" spc="-65" dirty="0">
                <a:latin typeface="Arial MT"/>
                <a:cs typeface="Arial MT"/>
              </a:rPr>
              <a:t> </a:t>
            </a:r>
            <a:r>
              <a:rPr sz="1600" dirty="0">
                <a:latin typeface="Arial MT"/>
                <a:cs typeface="Arial MT"/>
              </a:rPr>
              <a:t>again</a:t>
            </a:r>
            <a:r>
              <a:rPr sz="1600" spc="-15" dirty="0">
                <a:latin typeface="Arial MT"/>
                <a:cs typeface="Arial MT"/>
              </a:rPr>
              <a:t> </a:t>
            </a:r>
            <a:r>
              <a:rPr sz="1600" dirty="0">
                <a:latin typeface="Arial MT"/>
                <a:cs typeface="Arial MT"/>
              </a:rPr>
              <a:t>(such</a:t>
            </a:r>
            <a:r>
              <a:rPr sz="1600" spc="-60" dirty="0">
                <a:latin typeface="Arial MT"/>
                <a:cs typeface="Arial MT"/>
              </a:rPr>
              <a:t> </a:t>
            </a:r>
            <a:r>
              <a:rPr sz="1600" dirty="0">
                <a:latin typeface="Arial MT"/>
                <a:cs typeface="Arial MT"/>
              </a:rPr>
              <a:t>as</a:t>
            </a:r>
            <a:r>
              <a:rPr sz="1600" spc="-20" dirty="0">
                <a:latin typeface="Arial MT"/>
                <a:cs typeface="Arial MT"/>
              </a:rPr>
              <a:t> </a:t>
            </a:r>
            <a:r>
              <a:rPr sz="1600" dirty="0">
                <a:latin typeface="Arial MT"/>
                <a:cs typeface="Arial MT"/>
              </a:rPr>
              <a:t>shooting</a:t>
            </a:r>
            <a:r>
              <a:rPr sz="1600" spc="-40" dirty="0">
                <a:latin typeface="Arial MT"/>
                <a:cs typeface="Arial MT"/>
              </a:rPr>
              <a:t> </a:t>
            </a:r>
            <a:r>
              <a:rPr sz="1600" spc="-25" dirty="0">
                <a:latin typeface="Arial MT"/>
                <a:cs typeface="Arial MT"/>
              </a:rPr>
              <a:t>at </a:t>
            </a:r>
            <a:r>
              <a:rPr sz="1600" dirty="0">
                <a:latin typeface="Arial MT"/>
                <a:cs typeface="Arial MT"/>
              </a:rPr>
              <a:t>another</a:t>
            </a:r>
            <a:r>
              <a:rPr sz="1600" spc="-75" dirty="0">
                <a:latin typeface="Arial MT"/>
                <a:cs typeface="Arial MT"/>
              </a:rPr>
              <a:t> </a:t>
            </a:r>
            <a:r>
              <a:rPr sz="1600" spc="-10" dirty="0">
                <a:latin typeface="Arial MT"/>
                <a:cs typeface="Arial MT"/>
              </a:rPr>
              <a:t>player).</a:t>
            </a:r>
            <a:endParaRPr sz="1600">
              <a:latin typeface="Arial MT"/>
              <a:cs typeface="Arial MT"/>
            </a:endParaRPr>
          </a:p>
          <a:p>
            <a:pPr marL="12700" marR="5080">
              <a:spcBef>
                <a:spcPts val="380"/>
              </a:spcBef>
            </a:pPr>
            <a:r>
              <a:rPr sz="1600" dirty="0">
                <a:latin typeface="Arial MT"/>
                <a:cs typeface="Arial MT"/>
              </a:rPr>
              <a:t>The</a:t>
            </a:r>
            <a:r>
              <a:rPr sz="1600" spc="-65" dirty="0">
                <a:latin typeface="Arial MT"/>
                <a:cs typeface="Arial MT"/>
              </a:rPr>
              <a:t> </a:t>
            </a:r>
            <a:r>
              <a:rPr sz="1600" dirty="0">
                <a:latin typeface="Arial MT"/>
                <a:cs typeface="Arial MT"/>
              </a:rPr>
              <a:t>FPS</a:t>
            </a:r>
            <a:r>
              <a:rPr sz="1600" spc="-45" dirty="0">
                <a:latin typeface="Arial MT"/>
                <a:cs typeface="Arial MT"/>
              </a:rPr>
              <a:t> </a:t>
            </a:r>
            <a:r>
              <a:rPr sz="1600" dirty="0">
                <a:latin typeface="Arial MT"/>
                <a:cs typeface="Arial MT"/>
              </a:rPr>
              <a:t>environment</a:t>
            </a:r>
            <a:r>
              <a:rPr sz="1600" spc="-20" dirty="0">
                <a:latin typeface="Arial MT"/>
                <a:cs typeface="Arial MT"/>
              </a:rPr>
              <a:t> </a:t>
            </a:r>
            <a:r>
              <a:rPr sz="1600" dirty="0">
                <a:latin typeface="Arial MT"/>
                <a:cs typeface="Arial MT"/>
              </a:rPr>
              <a:t>is</a:t>
            </a:r>
            <a:r>
              <a:rPr sz="1600" spc="-45" dirty="0">
                <a:latin typeface="Arial MT"/>
                <a:cs typeface="Arial MT"/>
              </a:rPr>
              <a:t> </a:t>
            </a:r>
            <a:r>
              <a:rPr sz="1600" dirty="0">
                <a:latin typeface="Arial MT"/>
                <a:cs typeface="Arial MT"/>
              </a:rPr>
              <a:t>continuous,</a:t>
            </a:r>
            <a:r>
              <a:rPr sz="1600" spc="-45" dirty="0">
                <a:latin typeface="Arial MT"/>
                <a:cs typeface="Arial MT"/>
              </a:rPr>
              <a:t> </a:t>
            </a:r>
            <a:r>
              <a:rPr sz="1600" dirty="0">
                <a:latin typeface="Arial MT"/>
                <a:cs typeface="Arial MT"/>
              </a:rPr>
              <a:t>as</a:t>
            </a:r>
            <a:r>
              <a:rPr sz="1600" spc="-30" dirty="0">
                <a:latin typeface="Arial MT"/>
                <a:cs typeface="Arial MT"/>
              </a:rPr>
              <a:t> </a:t>
            </a:r>
            <a:r>
              <a:rPr sz="1600" dirty="0">
                <a:latin typeface="Arial MT"/>
                <a:cs typeface="Arial MT"/>
              </a:rPr>
              <a:t>compared</a:t>
            </a:r>
            <a:r>
              <a:rPr sz="1600" spc="-60" dirty="0">
                <a:latin typeface="Arial MT"/>
                <a:cs typeface="Arial MT"/>
              </a:rPr>
              <a:t> </a:t>
            </a:r>
            <a:r>
              <a:rPr sz="1600" dirty="0">
                <a:latin typeface="Arial MT"/>
                <a:cs typeface="Arial MT"/>
              </a:rPr>
              <a:t>to</a:t>
            </a:r>
            <a:r>
              <a:rPr sz="1600" spc="-40" dirty="0">
                <a:latin typeface="Arial MT"/>
                <a:cs typeface="Arial MT"/>
              </a:rPr>
              <a:t> </a:t>
            </a:r>
            <a:r>
              <a:rPr sz="1600" spc="-25" dirty="0">
                <a:latin typeface="Arial MT"/>
                <a:cs typeface="Arial MT"/>
              </a:rPr>
              <a:t>an </a:t>
            </a:r>
            <a:r>
              <a:rPr sz="1600" dirty="0">
                <a:latin typeface="Arial MT"/>
                <a:cs typeface="Arial MT"/>
              </a:rPr>
              <a:t>episodic</a:t>
            </a:r>
            <a:r>
              <a:rPr sz="1600" spc="-65" dirty="0">
                <a:latin typeface="Arial MT"/>
                <a:cs typeface="Arial MT"/>
              </a:rPr>
              <a:t> </a:t>
            </a:r>
            <a:r>
              <a:rPr sz="1600" dirty="0">
                <a:latin typeface="Arial MT"/>
                <a:cs typeface="Arial MT"/>
              </a:rPr>
              <a:t>environment</a:t>
            </a:r>
            <a:r>
              <a:rPr sz="1600" spc="-40" dirty="0">
                <a:latin typeface="Arial MT"/>
                <a:cs typeface="Arial MT"/>
              </a:rPr>
              <a:t> </a:t>
            </a:r>
            <a:r>
              <a:rPr sz="1600" dirty="0">
                <a:latin typeface="Arial MT"/>
                <a:cs typeface="Arial MT"/>
              </a:rPr>
              <a:t>such</a:t>
            </a:r>
            <a:r>
              <a:rPr sz="1600" spc="-55" dirty="0">
                <a:latin typeface="Arial MT"/>
                <a:cs typeface="Arial MT"/>
              </a:rPr>
              <a:t> </a:t>
            </a:r>
            <a:r>
              <a:rPr sz="1600" dirty="0">
                <a:latin typeface="Arial MT"/>
                <a:cs typeface="Arial MT"/>
              </a:rPr>
              <a:t>as</a:t>
            </a:r>
            <a:r>
              <a:rPr sz="1600" spc="-20" dirty="0">
                <a:latin typeface="Arial MT"/>
                <a:cs typeface="Arial MT"/>
              </a:rPr>
              <a:t> </a:t>
            </a:r>
            <a:r>
              <a:rPr sz="1600" dirty="0">
                <a:latin typeface="Arial MT"/>
                <a:cs typeface="Arial MT"/>
              </a:rPr>
              <a:t>a</a:t>
            </a:r>
            <a:r>
              <a:rPr sz="1600" spc="-15" dirty="0">
                <a:latin typeface="Arial MT"/>
                <a:cs typeface="Arial MT"/>
              </a:rPr>
              <a:t> </a:t>
            </a:r>
            <a:r>
              <a:rPr sz="1600" spc="-20" dirty="0">
                <a:latin typeface="Arial MT"/>
                <a:cs typeface="Arial MT"/>
              </a:rPr>
              <a:t>turn-</a:t>
            </a:r>
            <a:r>
              <a:rPr sz="1600" dirty="0">
                <a:latin typeface="Arial MT"/>
                <a:cs typeface="Arial MT"/>
              </a:rPr>
              <a:t>based</a:t>
            </a:r>
            <a:r>
              <a:rPr sz="1600" spc="-10" dirty="0">
                <a:latin typeface="Arial MT"/>
                <a:cs typeface="Arial MT"/>
              </a:rPr>
              <a:t> </a:t>
            </a:r>
            <a:r>
              <a:rPr sz="1600" dirty="0">
                <a:latin typeface="Arial MT"/>
                <a:cs typeface="Arial MT"/>
              </a:rPr>
              <a:t>strategy</a:t>
            </a:r>
            <a:r>
              <a:rPr sz="1600" spc="-40" dirty="0">
                <a:latin typeface="Arial MT"/>
                <a:cs typeface="Arial MT"/>
              </a:rPr>
              <a:t> </a:t>
            </a:r>
            <a:r>
              <a:rPr sz="1600" spc="-10" dirty="0">
                <a:latin typeface="Arial MT"/>
                <a:cs typeface="Arial MT"/>
              </a:rPr>
              <a:t>game.</a:t>
            </a:r>
            <a:endParaRPr sz="1600">
              <a:latin typeface="Arial MT"/>
              <a:cs typeface="Arial MT"/>
            </a:endParaRPr>
          </a:p>
          <a:p>
            <a:pPr marL="12700" marR="192405">
              <a:spcBef>
                <a:spcPts val="385"/>
              </a:spcBef>
            </a:pPr>
            <a:r>
              <a:rPr sz="1600" dirty="0">
                <a:latin typeface="Arial MT"/>
                <a:cs typeface="Arial MT"/>
              </a:rPr>
              <a:t>Typically,</a:t>
            </a:r>
            <a:r>
              <a:rPr sz="1600" spc="-80" dirty="0">
                <a:latin typeface="Arial MT"/>
                <a:cs typeface="Arial MT"/>
              </a:rPr>
              <a:t> </a:t>
            </a:r>
            <a:r>
              <a:rPr sz="1600" dirty="0">
                <a:latin typeface="Arial MT"/>
                <a:cs typeface="Arial MT"/>
              </a:rPr>
              <a:t>these</a:t>
            </a:r>
            <a:r>
              <a:rPr sz="1600" spc="-40" dirty="0">
                <a:latin typeface="Arial MT"/>
                <a:cs typeface="Arial MT"/>
              </a:rPr>
              <a:t> </a:t>
            </a:r>
            <a:r>
              <a:rPr sz="1600" dirty="0">
                <a:latin typeface="Arial MT"/>
                <a:cs typeface="Arial MT"/>
              </a:rPr>
              <a:t>are</a:t>
            </a:r>
            <a:r>
              <a:rPr sz="1600" spc="-25" dirty="0">
                <a:latin typeface="Arial MT"/>
                <a:cs typeface="Arial MT"/>
              </a:rPr>
              <a:t> </a:t>
            </a:r>
            <a:r>
              <a:rPr sz="1600" dirty="0">
                <a:latin typeface="Arial MT"/>
                <a:cs typeface="Arial MT"/>
              </a:rPr>
              <a:t>competitive</a:t>
            </a:r>
            <a:r>
              <a:rPr sz="1600" spc="-105" dirty="0">
                <a:latin typeface="Arial MT"/>
                <a:cs typeface="Arial MT"/>
              </a:rPr>
              <a:t> </a:t>
            </a:r>
            <a:r>
              <a:rPr sz="1600" dirty="0">
                <a:latin typeface="Arial MT"/>
                <a:cs typeface="Arial MT"/>
              </a:rPr>
              <a:t>environments,</a:t>
            </a:r>
            <a:r>
              <a:rPr sz="1600" spc="-55" dirty="0">
                <a:latin typeface="Arial MT"/>
                <a:cs typeface="Arial MT"/>
              </a:rPr>
              <a:t> </a:t>
            </a:r>
            <a:r>
              <a:rPr sz="1600" spc="-10" dirty="0">
                <a:latin typeface="Arial MT"/>
                <a:cs typeface="Arial MT"/>
              </a:rPr>
              <a:t>though </a:t>
            </a:r>
            <a:r>
              <a:rPr sz="1600" dirty="0">
                <a:latin typeface="Arial MT"/>
                <a:cs typeface="Arial MT"/>
              </a:rPr>
              <a:t>some</a:t>
            </a:r>
            <a:r>
              <a:rPr sz="1600" spc="-90" dirty="0">
                <a:latin typeface="Arial MT"/>
                <a:cs typeface="Arial MT"/>
              </a:rPr>
              <a:t> </a:t>
            </a:r>
            <a:r>
              <a:rPr sz="1600" dirty="0">
                <a:latin typeface="Arial MT"/>
                <a:cs typeface="Arial MT"/>
              </a:rPr>
              <a:t>also</a:t>
            </a:r>
            <a:r>
              <a:rPr sz="1600" spc="-60" dirty="0">
                <a:latin typeface="Arial MT"/>
                <a:cs typeface="Arial MT"/>
              </a:rPr>
              <a:t> </a:t>
            </a:r>
            <a:r>
              <a:rPr sz="1600" dirty="0">
                <a:latin typeface="Arial MT"/>
                <a:cs typeface="Arial MT"/>
              </a:rPr>
              <a:t>include</a:t>
            </a:r>
            <a:r>
              <a:rPr sz="1600" spc="-40" dirty="0">
                <a:latin typeface="Arial MT"/>
                <a:cs typeface="Arial MT"/>
              </a:rPr>
              <a:t> </a:t>
            </a:r>
            <a:r>
              <a:rPr sz="1600" dirty="0">
                <a:latin typeface="Arial MT"/>
                <a:cs typeface="Arial MT"/>
              </a:rPr>
              <a:t>cooperative</a:t>
            </a:r>
            <a:r>
              <a:rPr sz="1600" spc="-40" dirty="0">
                <a:latin typeface="Arial MT"/>
                <a:cs typeface="Arial MT"/>
              </a:rPr>
              <a:t> </a:t>
            </a:r>
            <a:r>
              <a:rPr sz="1600" dirty="0">
                <a:latin typeface="Arial MT"/>
                <a:cs typeface="Arial MT"/>
              </a:rPr>
              <a:t>elements</a:t>
            </a:r>
            <a:r>
              <a:rPr sz="1600" spc="-75" dirty="0">
                <a:latin typeface="Arial MT"/>
                <a:cs typeface="Arial MT"/>
              </a:rPr>
              <a:t> </a:t>
            </a:r>
            <a:r>
              <a:rPr sz="1600" dirty="0">
                <a:latin typeface="Arial MT"/>
                <a:cs typeface="Arial MT"/>
              </a:rPr>
              <a:t>through</a:t>
            </a:r>
            <a:r>
              <a:rPr sz="1600" spc="-35" dirty="0">
                <a:latin typeface="Arial MT"/>
                <a:cs typeface="Arial MT"/>
              </a:rPr>
              <a:t> </a:t>
            </a:r>
            <a:r>
              <a:rPr sz="1600" spc="-10" dirty="0">
                <a:latin typeface="Arial MT"/>
                <a:cs typeface="Arial MT"/>
              </a:rPr>
              <a:t>support </a:t>
            </a:r>
            <a:r>
              <a:rPr sz="1600" dirty="0">
                <a:latin typeface="Arial MT"/>
                <a:cs typeface="Arial MT"/>
              </a:rPr>
              <a:t>NPC</a:t>
            </a:r>
            <a:r>
              <a:rPr sz="1600" spc="-50" dirty="0">
                <a:latin typeface="Arial MT"/>
                <a:cs typeface="Arial MT"/>
              </a:rPr>
              <a:t> </a:t>
            </a:r>
            <a:r>
              <a:rPr sz="1600" spc="-10" dirty="0">
                <a:latin typeface="Arial MT"/>
                <a:cs typeface="Arial MT"/>
              </a:rPr>
              <a:t>agents.</a:t>
            </a:r>
            <a:endParaRPr sz="1600">
              <a:latin typeface="Arial MT"/>
              <a:cs typeface="Arial MT"/>
            </a:endParaRPr>
          </a:p>
        </p:txBody>
      </p:sp>
      <p:sp>
        <p:nvSpPr>
          <p:cNvPr id="5" name="object 5"/>
          <p:cNvSpPr txBox="1"/>
          <p:nvPr/>
        </p:nvSpPr>
        <p:spPr>
          <a:xfrm>
            <a:off x="2059941" y="2486660"/>
            <a:ext cx="819785" cy="259686"/>
          </a:xfrm>
          <a:prstGeom prst="rect">
            <a:avLst/>
          </a:prstGeom>
        </p:spPr>
        <p:txBody>
          <a:bodyPr vert="horz" wrap="square" lIns="0" tIns="13335" rIns="0" bIns="0" rtlCol="0">
            <a:spAutoFit/>
          </a:bodyPr>
          <a:lstStyle/>
          <a:p>
            <a:pPr marL="12700">
              <a:spcBef>
                <a:spcPts val="105"/>
              </a:spcBef>
            </a:pPr>
            <a:r>
              <a:rPr sz="1600" spc="-10" dirty="0">
                <a:latin typeface="Arial MT"/>
                <a:cs typeface="Arial MT"/>
              </a:rPr>
              <a:t>Dynamic</a:t>
            </a:r>
            <a:endParaRPr sz="1600">
              <a:latin typeface="Arial MT"/>
              <a:cs typeface="Arial MT"/>
            </a:endParaRPr>
          </a:p>
        </p:txBody>
      </p:sp>
      <p:sp>
        <p:nvSpPr>
          <p:cNvPr id="6" name="object 6"/>
          <p:cNvSpPr txBox="1"/>
          <p:nvPr/>
        </p:nvSpPr>
        <p:spPr>
          <a:xfrm>
            <a:off x="2059940" y="3023107"/>
            <a:ext cx="971550" cy="259686"/>
          </a:xfrm>
          <a:prstGeom prst="rect">
            <a:avLst/>
          </a:prstGeom>
        </p:spPr>
        <p:txBody>
          <a:bodyPr vert="horz" wrap="square" lIns="0" tIns="13335" rIns="0" bIns="0" rtlCol="0">
            <a:spAutoFit/>
          </a:bodyPr>
          <a:lstStyle/>
          <a:p>
            <a:pPr marL="12700">
              <a:spcBef>
                <a:spcPts val="105"/>
              </a:spcBef>
            </a:pPr>
            <a:r>
              <a:rPr sz="1600" spc="-10" dirty="0">
                <a:latin typeface="Arial MT"/>
                <a:cs typeface="Arial MT"/>
              </a:rPr>
              <a:t>Stochastic</a:t>
            </a:r>
            <a:endParaRPr sz="1600">
              <a:latin typeface="Arial MT"/>
              <a:cs typeface="Arial MT"/>
            </a:endParaRPr>
          </a:p>
        </p:txBody>
      </p:sp>
      <p:sp>
        <p:nvSpPr>
          <p:cNvPr id="7" name="object 7"/>
          <p:cNvSpPr txBox="1"/>
          <p:nvPr/>
        </p:nvSpPr>
        <p:spPr>
          <a:xfrm>
            <a:off x="2059940" y="3803396"/>
            <a:ext cx="1055370" cy="259686"/>
          </a:xfrm>
          <a:prstGeom prst="rect">
            <a:avLst/>
          </a:prstGeom>
        </p:spPr>
        <p:txBody>
          <a:bodyPr vert="horz" wrap="square" lIns="0" tIns="13335" rIns="0" bIns="0" rtlCol="0">
            <a:spAutoFit/>
          </a:bodyPr>
          <a:lstStyle/>
          <a:p>
            <a:pPr marL="12700">
              <a:spcBef>
                <a:spcPts val="105"/>
              </a:spcBef>
            </a:pPr>
            <a:r>
              <a:rPr sz="1600" spc="-10" dirty="0">
                <a:latin typeface="Arial MT"/>
                <a:cs typeface="Arial MT"/>
              </a:rPr>
              <a:t>Continuous</a:t>
            </a:r>
            <a:endParaRPr sz="1600">
              <a:latin typeface="Arial MT"/>
              <a:cs typeface="Arial MT"/>
            </a:endParaRPr>
          </a:p>
        </p:txBody>
      </p:sp>
      <p:sp>
        <p:nvSpPr>
          <p:cNvPr id="8" name="object 8"/>
          <p:cNvSpPr txBox="1"/>
          <p:nvPr/>
        </p:nvSpPr>
        <p:spPr>
          <a:xfrm>
            <a:off x="2059940" y="4339844"/>
            <a:ext cx="1055370" cy="259686"/>
          </a:xfrm>
          <a:prstGeom prst="rect">
            <a:avLst/>
          </a:prstGeom>
        </p:spPr>
        <p:txBody>
          <a:bodyPr vert="horz" wrap="square" lIns="0" tIns="13335" rIns="0" bIns="0" rtlCol="0">
            <a:spAutoFit/>
          </a:bodyPr>
          <a:lstStyle/>
          <a:p>
            <a:pPr marL="12700">
              <a:spcBef>
                <a:spcPts val="105"/>
              </a:spcBef>
            </a:pPr>
            <a:r>
              <a:rPr sz="1600" spc="-10" dirty="0">
                <a:latin typeface="Arial MT"/>
                <a:cs typeface="Arial MT"/>
              </a:rPr>
              <a:t>Multi-Agent</a:t>
            </a:r>
            <a:endParaRPr sz="1600">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Diagram 10">
            <a:extLst>
              <a:ext uri="{FF2B5EF4-FFF2-40B4-BE49-F238E27FC236}">
                <a16:creationId xmlns:a16="http://schemas.microsoft.com/office/drawing/2014/main" id="{8CEAAA03-AD9E-A790-C150-CA393525E582}"/>
              </a:ext>
            </a:extLst>
          </p:cNvPr>
          <p:cNvGraphicFramePr/>
          <p:nvPr>
            <p:extLst>
              <p:ext uri="{D42A27DB-BD31-4B8C-83A1-F6EECF244321}">
                <p14:modId xmlns:p14="http://schemas.microsoft.com/office/powerpoint/2010/main" val="2985027885"/>
              </p:ext>
            </p:extLst>
          </p:nvPr>
        </p:nvGraphicFramePr>
        <p:xfrm>
          <a:off x="647638" y="121647"/>
          <a:ext cx="10065186" cy="9451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136140" y="1146833"/>
            <a:ext cx="5175250" cy="1703705"/>
          </a:xfrm>
          <a:prstGeom prst="rect">
            <a:avLst/>
          </a:prstGeom>
        </p:spPr>
        <p:txBody>
          <a:bodyPr vert="horz" wrap="square" lIns="0" tIns="106680" rIns="0" bIns="0" rtlCol="0">
            <a:spAutoFit/>
          </a:bodyPr>
          <a:lstStyle/>
          <a:p>
            <a:pPr marL="356870" indent="-344170">
              <a:spcBef>
                <a:spcPts val="840"/>
              </a:spcBef>
              <a:buChar char="•"/>
              <a:tabLst>
                <a:tab pos="356870" algn="l"/>
              </a:tabLst>
            </a:pPr>
            <a:r>
              <a:rPr sz="2800" dirty="0">
                <a:latin typeface="Arial MT"/>
                <a:cs typeface="Arial MT"/>
              </a:rPr>
              <a:t>Interface</a:t>
            </a:r>
            <a:r>
              <a:rPr sz="2800" spc="-70" dirty="0">
                <a:latin typeface="Arial MT"/>
                <a:cs typeface="Arial MT"/>
              </a:rPr>
              <a:t> </a:t>
            </a:r>
            <a:r>
              <a:rPr sz="2800" spc="-10" dirty="0">
                <a:latin typeface="Arial MT"/>
                <a:cs typeface="Arial MT"/>
              </a:rPr>
              <a:t>Agents</a:t>
            </a:r>
            <a:endParaRPr sz="2800" dirty="0">
              <a:latin typeface="Arial MT"/>
              <a:cs typeface="Arial MT"/>
            </a:endParaRPr>
          </a:p>
          <a:p>
            <a:pPr marL="756285" marR="5080" indent="-287020">
              <a:spcBef>
                <a:spcPts val="470"/>
              </a:spcBef>
              <a:tabLst>
                <a:tab pos="756285" algn="l"/>
              </a:tabLst>
            </a:pPr>
            <a:r>
              <a:rPr sz="1600" spc="-50" dirty="0">
                <a:latin typeface="Arial MT"/>
                <a:cs typeface="Arial MT"/>
              </a:rPr>
              <a:t>–</a:t>
            </a:r>
            <a:r>
              <a:rPr sz="1600" dirty="0">
                <a:latin typeface="Arial MT"/>
                <a:cs typeface="Arial MT"/>
              </a:rPr>
              <a:t>	To</a:t>
            </a:r>
            <a:r>
              <a:rPr sz="1600" spc="-60" dirty="0">
                <a:latin typeface="Arial MT"/>
                <a:cs typeface="Arial MT"/>
              </a:rPr>
              <a:t> </a:t>
            </a:r>
            <a:r>
              <a:rPr sz="1600" dirty="0">
                <a:latin typeface="Arial MT"/>
                <a:cs typeface="Arial MT"/>
              </a:rPr>
              <a:t>minimize</a:t>
            </a:r>
            <a:r>
              <a:rPr sz="1600" spc="-80" dirty="0">
                <a:latin typeface="Arial MT"/>
                <a:cs typeface="Arial MT"/>
              </a:rPr>
              <a:t> </a:t>
            </a:r>
            <a:r>
              <a:rPr sz="1600" dirty="0">
                <a:latin typeface="Arial MT"/>
                <a:cs typeface="Arial MT"/>
              </a:rPr>
              <a:t>information</a:t>
            </a:r>
            <a:r>
              <a:rPr sz="1600" spc="-80" dirty="0">
                <a:latin typeface="Arial MT"/>
                <a:cs typeface="Arial MT"/>
              </a:rPr>
              <a:t> </a:t>
            </a:r>
            <a:r>
              <a:rPr sz="1600" dirty="0">
                <a:latin typeface="Arial MT"/>
                <a:cs typeface="Arial MT"/>
              </a:rPr>
              <a:t>overload</a:t>
            </a:r>
            <a:r>
              <a:rPr sz="1600" spc="-5" dirty="0">
                <a:latin typeface="Arial MT"/>
                <a:cs typeface="Arial MT"/>
              </a:rPr>
              <a:t> </a:t>
            </a:r>
            <a:r>
              <a:rPr sz="1600" dirty="0">
                <a:latin typeface="Arial MT"/>
                <a:cs typeface="Arial MT"/>
              </a:rPr>
              <a:t>on</a:t>
            </a:r>
            <a:r>
              <a:rPr sz="1600" spc="-5" dirty="0">
                <a:latin typeface="Arial MT"/>
                <a:cs typeface="Arial MT"/>
              </a:rPr>
              <a:t> </a:t>
            </a:r>
            <a:r>
              <a:rPr sz="1600" dirty="0">
                <a:latin typeface="Arial MT"/>
                <a:cs typeface="Arial MT"/>
              </a:rPr>
              <a:t>a</a:t>
            </a:r>
            <a:r>
              <a:rPr sz="1600" spc="-40" dirty="0">
                <a:latin typeface="Arial MT"/>
                <a:cs typeface="Arial MT"/>
              </a:rPr>
              <a:t> </a:t>
            </a:r>
            <a:r>
              <a:rPr sz="1600" dirty="0">
                <a:latin typeface="Arial MT"/>
                <a:cs typeface="Arial MT"/>
              </a:rPr>
              <a:t>user,</a:t>
            </a:r>
            <a:r>
              <a:rPr sz="1600" spc="5" dirty="0">
                <a:latin typeface="Arial MT"/>
                <a:cs typeface="Arial MT"/>
              </a:rPr>
              <a:t> </a:t>
            </a:r>
            <a:r>
              <a:rPr spc="-25" dirty="0">
                <a:latin typeface="Arial MT"/>
                <a:cs typeface="Arial MT"/>
              </a:rPr>
              <a:t>and </a:t>
            </a:r>
            <a:r>
              <a:rPr dirty="0">
                <a:latin typeface="Arial MT"/>
                <a:cs typeface="Arial MT"/>
              </a:rPr>
              <a:t>reduce</a:t>
            </a:r>
            <a:r>
              <a:rPr spc="-65" dirty="0">
                <a:latin typeface="Arial MT"/>
                <a:cs typeface="Arial MT"/>
              </a:rPr>
              <a:t> </a:t>
            </a:r>
            <a:r>
              <a:rPr dirty="0">
                <a:latin typeface="Arial MT"/>
                <a:cs typeface="Arial MT"/>
              </a:rPr>
              <a:t>the</a:t>
            </a:r>
            <a:r>
              <a:rPr spc="-5" dirty="0">
                <a:latin typeface="Arial MT"/>
                <a:cs typeface="Arial MT"/>
              </a:rPr>
              <a:t> </a:t>
            </a:r>
            <a:r>
              <a:rPr dirty="0">
                <a:latin typeface="Arial MT"/>
                <a:cs typeface="Arial MT"/>
              </a:rPr>
              <a:t>amount</a:t>
            </a:r>
            <a:r>
              <a:rPr spc="-30" dirty="0">
                <a:latin typeface="Arial MT"/>
                <a:cs typeface="Arial MT"/>
              </a:rPr>
              <a:t> </a:t>
            </a:r>
            <a:r>
              <a:rPr dirty="0">
                <a:latin typeface="Arial MT"/>
                <a:cs typeface="Arial MT"/>
              </a:rPr>
              <a:t>of</a:t>
            </a:r>
            <a:r>
              <a:rPr spc="10" dirty="0">
                <a:latin typeface="Arial MT"/>
                <a:cs typeface="Arial MT"/>
              </a:rPr>
              <a:t> </a:t>
            </a:r>
            <a:r>
              <a:rPr spc="-10" dirty="0">
                <a:latin typeface="Arial MT"/>
                <a:cs typeface="Arial MT"/>
              </a:rPr>
              <a:t>information</a:t>
            </a:r>
            <a:r>
              <a:rPr spc="500" dirty="0">
                <a:latin typeface="Arial MT"/>
                <a:cs typeface="Arial MT"/>
              </a:rPr>
              <a:t> </a:t>
            </a:r>
            <a:r>
              <a:rPr dirty="0">
                <a:latin typeface="Arial MT"/>
                <a:cs typeface="Arial MT"/>
              </a:rPr>
              <a:t>presented</a:t>
            </a:r>
            <a:r>
              <a:rPr spc="-80" dirty="0">
                <a:latin typeface="Arial MT"/>
                <a:cs typeface="Arial MT"/>
              </a:rPr>
              <a:t> </a:t>
            </a:r>
            <a:r>
              <a:rPr dirty="0">
                <a:latin typeface="Arial MT"/>
                <a:cs typeface="Arial MT"/>
              </a:rPr>
              <a:t>to</a:t>
            </a:r>
            <a:r>
              <a:rPr spc="10" dirty="0">
                <a:latin typeface="Arial MT"/>
                <a:cs typeface="Arial MT"/>
              </a:rPr>
              <a:t> </a:t>
            </a:r>
            <a:r>
              <a:rPr dirty="0">
                <a:latin typeface="Arial MT"/>
                <a:cs typeface="Arial MT"/>
              </a:rPr>
              <a:t>a</a:t>
            </a:r>
            <a:r>
              <a:rPr spc="-10" dirty="0">
                <a:latin typeface="Arial MT"/>
                <a:cs typeface="Arial MT"/>
              </a:rPr>
              <a:t> </a:t>
            </a:r>
            <a:r>
              <a:rPr dirty="0">
                <a:latin typeface="Arial MT"/>
                <a:cs typeface="Arial MT"/>
              </a:rPr>
              <a:t>user</a:t>
            </a:r>
            <a:r>
              <a:rPr spc="-15" dirty="0">
                <a:latin typeface="Arial MT"/>
                <a:cs typeface="Arial MT"/>
              </a:rPr>
              <a:t> </a:t>
            </a:r>
            <a:r>
              <a:rPr dirty="0">
                <a:latin typeface="Arial MT"/>
                <a:cs typeface="Arial MT"/>
              </a:rPr>
              <a:t>as</a:t>
            </a:r>
            <a:r>
              <a:rPr spc="-10" dirty="0">
                <a:latin typeface="Arial MT"/>
                <a:cs typeface="Arial MT"/>
              </a:rPr>
              <a:t> </a:t>
            </a:r>
            <a:r>
              <a:rPr dirty="0">
                <a:latin typeface="Arial MT"/>
                <a:cs typeface="Arial MT"/>
              </a:rPr>
              <a:t>a</a:t>
            </a:r>
            <a:r>
              <a:rPr spc="-10" dirty="0">
                <a:latin typeface="Arial MT"/>
                <a:cs typeface="Arial MT"/>
              </a:rPr>
              <a:t> </a:t>
            </a:r>
            <a:r>
              <a:rPr dirty="0">
                <a:latin typeface="Arial MT"/>
                <a:cs typeface="Arial MT"/>
              </a:rPr>
              <a:t>way</a:t>
            </a:r>
            <a:r>
              <a:rPr spc="20" dirty="0">
                <a:latin typeface="Arial MT"/>
                <a:cs typeface="Arial MT"/>
              </a:rPr>
              <a:t> </a:t>
            </a:r>
            <a:r>
              <a:rPr dirty="0">
                <a:latin typeface="Arial MT"/>
                <a:cs typeface="Arial MT"/>
              </a:rPr>
              <a:t>to</a:t>
            </a:r>
            <a:r>
              <a:rPr spc="10" dirty="0">
                <a:latin typeface="Arial MT"/>
                <a:cs typeface="Arial MT"/>
              </a:rPr>
              <a:t> </a:t>
            </a:r>
            <a:r>
              <a:rPr dirty="0">
                <a:latin typeface="Arial MT"/>
                <a:cs typeface="Arial MT"/>
              </a:rPr>
              <a:t>help</a:t>
            </a:r>
            <a:r>
              <a:rPr spc="-35" dirty="0">
                <a:latin typeface="Arial MT"/>
                <a:cs typeface="Arial MT"/>
              </a:rPr>
              <a:t> </a:t>
            </a:r>
            <a:r>
              <a:rPr spc="-25" dirty="0">
                <a:latin typeface="Arial MT"/>
                <a:cs typeface="Arial MT"/>
              </a:rPr>
              <a:t>the </a:t>
            </a:r>
            <a:r>
              <a:rPr dirty="0">
                <a:latin typeface="Arial MT"/>
                <a:cs typeface="Arial MT"/>
              </a:rPr>
              <a:t>user</a:t>
            </a:r>
            <a:r>
              <a:rPr spc="-45" dirty="0">
                <a:latin typeface="Arial MT"/>
                <a:cs typeface="Arial MT"/>
              </a:rPr>
              <a:t> </a:t>
            </a:r>
            <a:r>
              <a:rPr dirty="0">
                <a:latin typeface="Arial MT"/>
                <a:cs typeface="Arial MT"/>
              </a:rPr>
              <a:t>focus</a:t>
            </a:r>
            <a:r>
              <a:rPr spc="-30" dirty="0">
                <a:latin typeface="Arial MT"/>
                <a:cs typeface="Arial MT"/>
              </a:rPr>
              <a:t> </a:t>
            </a:r>
            <a:r>
              <a:rPr dirty="0">
                <a:latin typeface="Arial MT"/>
                <a:cs typeface="Arial MT"/>
              </a:rPr>
              <a:t>on</a:t>
            </a:r>
            <a:r>
              <a:rPr spc="-10" dirty="0">
                <a:latin typeface="Arial MT"/>
                <a:cs typeface="Arial MT"/>
              </a:rPr>
              <a:t> </a:t>
            </a:r>
            <a:r>
              <a:rPr dirty="0">
                <a:latin typeface="Arial MT"/>
                <a:cs typeface="Arial MT"/>
              </a:rPr>
              <a:t>what</a:t>
            </a:r>
            <a:r>
              <a:rPr spc="15" dirty="0">
                <a:latin typeface="Arial MT"/>
                <a:cs typeface="Arial MT"/>
              </a:rPr>
              <a:t> </a:t>
            </a:r>
            <a:r>
              <a:rPr dirty="0">
                <a:latin typeface="Arial MT"/>
                <a:cs typeface="Arial MT"/>
              </a:rPr>
              <a:t>is</a:t>
            </a:r>
            <a:r>
              <a:rPr spc="-5" dirty="0">
                <a:latin typeface="Arial MT"/>
                <a:cs typeface="Arial MT"/>
              </a:rPr>
              <a:t> </a:t>
            </a:r>
            <a:r>
              <a:rPr dirty="0">
                <a:latin typeface="Arial MT"/>
                <a:cs typeface="Arial MT"/>
              </a:rPr>
              <a:t>most</a:t>
            </a:r>
            <a:r>
              <a:rPr spc="-25" dirty="0">
                <a:latin typeface="Arial MT"/>
                <a:cs typeface="Arial MT"/>
              </a:rPr>
              <a:t> </a:t>
            </a:r>
            <a:r>
              <a:rPr dirty="0">
                <a:latin typeface="Arial MT"/>
                <a:cs typeface="Arial MT"/>
              </a:rPr>
              <a:t>important</a:t>
            </a:r>
            <a:r>
              <a:rPr spc="-40" dirty="0">
                <a:latin typeface="Arial MT"/>
                <a:cs typeface="Arial MT"/>
              </a:rPr>
              <a:t> </a:t>
            </a:r>
            <a:r>
              <a:rPr dirty="0">
                <a:latin typeface="Arial MT"/>
                <a:cs typeface="Arial MT"/>
              </a:rPr>
              <a:t>at </a:t>
            </a:r>
            <a:r>
              <a:rPr spc="-25" dirty="0">
                <a:latin typeface="Arial MT"/>
                <a:cs typeface="Arial MT"/>
              </a:rPr>
              <a:t>any</a:t>
            </a:r>
            <a:endParaRPr dirty="0">
              <a:latin typeface="Arial MT"/>
              <a:cs typeface="Arial MT"/>
            </a:endParaRPr>
          </a:p>
        </p:txBody>
      </p:sp>
      <p:sp>
        <p:nvSpPr>
          <p:cNvPr id="4" name="object 4"/>
          <p:cNvSpPr txBox="1"/>
          <p:nvPr/>
        </p:nvSpPr>
        <p:spPr>
          <a:xfrm>
            <a:off x="2879852" y="2824988"/>
            <a:ext cx="1066800" cy="299720"/>
          </a:xfrm>
          <a:prstGeom prst="rect">
            <a:avLst/>
          </a:prstGeom>
        </p:spPr>
        <p:txBody>
          <a:bodyPr vert="horz" wrap="square" lIns="0" tIns="12700" rIns="0" bIns="0" rtlCol="0">
            <a:spAutoFit/>
          </a:bodyPr>
          <a:lstStyle/>
          <a:p>
            <a:pPr marL="12700">
              <a:spcBef>
                <a:spcPts val="100"/>
              </a:spcBef>
            </a:pPr>
            <a:r>
              <a:rPr dirty="0">
                <a:latin typeface="Arial MT"/>
                <a:cs typeface="Arial MT"/>
              </a:rPr>
              <a:t>given</a:t>
            </a:r>
            <a:r>
              <a:rPr spc="-45" dirty="0">
                <a:latin typeface="Arial MT"/>
                <a:cs typeface="Arial MT"/>
              </a:rPr>
              <a:t> </a:t>
            </a:r>
            <a:r>
              <a:rPr spc="-20" dirty="0">
                <a:latin typeface="Arial MT"/>
                <a:cs typeface="Arial MT"/>
              </a:rPr>
              <a:t>time</a:t>
            </a:r>
            <a:endParaRPr>
              <a:latin typeface="Arial MT"/>
              <a:cs typeface="Arial MT"/>
            </a:endParaRPr>
          </a:p>
        </p:txBody>
      </p:sp>
      <p:pic>
        <p:nvPicPr>
          <p:cNvPr id="5" name="object 5"/>
          <p:cNvPicPr/>
          <p:nvPr/>
        </p:nvPicPr>
        <p:blipFill>
          <a:blip r:embed="rId7" cstate="print"/>
          <a:stretch>
            <a:fillRect/>
          </a:stretch>
        </p:blipFill>
        <p:spPr>
          <a:xfrm>
            <a:off x="7315200" y="1066801"/>
            <a:ext cx="3069336" cy="1688591"/>
          </a:xfrm>
          <a:prstGeom prst="rect">
            <a:avLst/>
          </a:prstGeom>
        </p:spPr>
      </p:pic>
      <p:sp>
        <p:nvSpPr>
          <p:cNvPr id="6" name="object 6"/>
          <p:cNvSpPr txBox="1"/>
          <p:nvPr/>
        </p:nvSpPr>
        <p:spPr>
          <a:xfrm>
            <a:off x="7927340" y="2773172"/>
            <a:ext cx="2385060" cy="182742"/>
          </a:xfrm>
          <a:prstGeom prst="rect">
            <a:avLst/>
          </a:prstGeom>
        </p:spPr>
        <p:txBody>
          <a:bodyPr vert="horz" wrap="square" lIns="0" tIns="13335" rIns="0" bIns="0" rtlCol="0">
            <a:spAutoFit/>
          </a:bodyPr>
          <a:lstStyle/>
          <a:p>
            <a:pPr marL="12700">
              <a:spcBef>
                <a:spcPts val="105"/>
              </a:spcBef>
            </a:pPr>
            <a:r>
              <a:rPr sz="1100" dirty="0">
                <a:latin typeface="Arial MT"/>
                <a:cs typeface="Arial MT"/>
              </a:rPr>
              <a:t>A</a:t>
            </a:r>
            <a:r>
              <a:rPr sz="1100" spc="-35" dirty="0">
                <a:latin typeface="Arial MT"/>
                <a:cs typeface="Arial MT"/>
              </a:rPr>
              <a:t> </a:t>
            </a:r>
            <a:r>
              <a:rPr sz="1100" dirty="0">
                <a:latin typeface="Arial MT"/>
                <a:cs typeface="Arial MT"/>
              </a:rPr>
              <a:t>user</a:t>
            </a:r>
            <a:r>
              <a:rPr sz="1100" spc="-20" dirty="0">
                <a:latin typeface="Arial MT"/>
                <a:cs typeface="Arial MT"/>
              </a:rPr>
              <a:t> </a:t>
            </a:r>
            <a:r>
              <a:rPr sz="1100" dirty="0">
                <a:latin typeface="Arial MT"/>
                <a:cs typeface="Arial MT"/>
              </a:rPr>
              <a:t>scenario</a:t>
            </a:r>
            <a:r>
              <a:rPr sz="1100" spc="-30" dirty="0">
                <a:latin typeface="Arial MT"/>
                <a:cs typeface="Arial MT"/>
              </a:rPr>
              <a:t> </a:t>
            </a:r>
            <a:r>
              <a:rPr sz="1100" dirty="0">
                <a:latin typeface="Arial MT"/>
                <a:cs typeface="Arial MT"/>
              </a:rPr>
              <a:t>for</a:t>
            </a:r>
            <a:r>
              <a:rPr sz="1100" spc="-70" dirty="0">
                <a:latin typeface="Arial MT"/>
                <a:cs typeface="Arial MT"/>
              </a:rPr>
              <a:t> </a:t>
            </a:r>
            <a:r>
              <a:rPr sz="1100" dirty="0">
                <a:latin typeface="Arial MT"/>
                <a:cs typeface="Arial MT"/>
              </a:rPr>
              <a:t>email</a:t>
            </a:r>
            <a:r>
              <a:rPr sz="1100" spc="5" dirty="0">
                <a:latin typeface="Arial MT"/>
                <a:cs typeface="Arial MT"/>
              </a:rPr>
              <a:t> </a:t>
            </a:r>
            <a:r>
              <a:rPr sz="1100" dirty="0">
                <a:latin typeface="Arial MT"/>
                <a:cs typeface="Arial MT"/>
              </a:rPr>
              <a:t>and</a:t>
            </a:r>
            <a:r>
              <a:rPr sz="1100" spc="-35" dirty="0">
                <a:latin typeface="Arial MT"/>
                <a:cs typeface="Arial MT"/>
              </a:rPr>
              <a:t> </a:t>
            </a:r>
            <a:r>
              <a:rPr sz="1100" spc="-10" dirty="0">
                <a:latin typeface="Arial MT"/>
                <a:cs typeface="Arial MT"/>
              </a:rPr>
              <a:t>UseNet.</a:t>
            </a:r>
            <a:endParaRPr sz="1100">
              <a:latin typeface="Arial MT"/>
              <a:cs typeface="Arial MT"/>
            </a:endParaRPr>
          </a:p>
        </p:txBody>
      </p:sp>
      <p:sp>
        <p:nvSpPr>
          <p:cNvPr id="7" name="object 7"/>
          <p:cNvSpPr txBox="1"/>
          <p:nvPr/>
        </p:nvSpPr>
        <p:spPr>
          <a:xfrm>
            <a:off x="6973747" y="4063302"/>
            <a:ext cx="242570" cy="255904"/>
          </a:xfrm>
          <a:prstGeom prst="rect">
            <a:avLst/>
          </a:prstGeom>
        </p:spPr>
        <p:txBody>
          <a:bodyPr vert="horz" wrap="square" lIns="0" tIns="0" rIns="0" bIns="0" rtlCol="0">
            <a:spAutoFit/>
          </a:bodyPr>
          <a:lstStyle/>
          <a:p>
            <a:pPr>
              <a:lnSpc>
                <a:spcPts val="1989"/>
              </a:lnSpc>
            </a:pPr>
            <a:r>
              <a:rPr spc="-25" dirty="0">
                <a:latin typeface="Arial MT"/>
                <a:cs typeface="Arial MT"/>
              </a:rPr>
              <a:t>es</a:t>
            </a:r>
            <a:endParaRPr>
              <a:latin typeface="Arial MT"/>
              <a:cs typeface="Arial MT"/>
            </a:endParaRPr>
          </a:p>
        </p:txBody>
      </p:sp>
      <p:sp>
        <p:nvSpPr>
          <p:cNvPr id="8" name="object 8"/>
          <p:cNvSpPr txBox="1"/>
          <p:nvPr/>
        </p:nvSpPr>
        <p:spPr>
          <a:xfrm>
            <a:off x="2288541" y="3528061"/>
            <a:ext cx="4697095" cy="1075055"/>
          </a:xfrm>
          <a:prstGeom prst="rect">
            <a:avLst/>
          </a:prstGeom>
        </p:spPr>
        <p:txBody>
          <a:bodyPr vert="horz" wrap="square" lIns="0" tIns="89535" rIns="0" bIns="0" rtlCol="0">
            <a:spAutoFit/>
          </a:bodyPr>
          <a:lstStyle/>
          <a:p>
            <a:pPr marL="356870" indent="-344170">
              <a:spcBef>
                <a:spcPts val="705"/>
              </a:spcBef>
              <a:buChar char="•"/>
              <a:tabLst>
                <a:tab pos="356870" algn="l"/>
              </a:tabLst>
            </a:pPr>
            <a:r>
              <a:rPr sz="2400" dirty="0">
                <a:latin typeface="Arial MT"/>
                <a:cs typeface="Arial MT"/>
              </a:rPr>
              <a:t>Virtual</a:t>
            </a:r>
            <a:r>
              <a:rPr sz="2400" spc="-100" dirty="0">
                <a:latin typeface="Arial MT"/>
                <a:cs typeface="Arial MT"/>
              </a:rPr>
              <a:t> </a:t>
            </a:r>
            <a:r>
              <a:rPr sz="2400" spc="-10" dirty="0">
                <a:latin typeface="Arial MT"/>
                <a:cs typeface="Arial MT"/>
              </a:rPr>
              <a:t>Character</a:t>
            </a:r>
            <a:r>
              <a:rPr sz="2400" spc="-170" dirty="0">
                <a:latin typeface="Arial MT"/>
                <a:cs typeface="Arial MT"/>
              </a:rPr>
              <a:t> </a:t>
            </a:r>
            <a:r>
              <a:rPr sz="2400" spc="-10" dirty="0">
                <a:latin typeface="Arial MT"/>
                <a:cs typeface="Arial MT"/>
              </a:rPr>
              <a:t>Agents</a:t>
            </a:r>
            <a:endParaRPr sz="2400" dirty="0">
              <a:latin typeface="Arial MT"/>
              <a:cs typeface="Arial MT"/>
            </a:endParaRPr>
          </a:p>
          <a:p>
            <a:pPr marL="1271270" marR="5080" lvl="1" indent="-344805">
              <a:spcBef>
                <a:spcPts val="459"/>
              </a:spcBef>
              <a:buChar char="•"/>
              <a:tabLst>
                <a:tab pos="1271270" algn="l"/>
              </a:tabLst>
            </a:pPr>
            <a:r>
              <a:rPr dirty="0">
                <a:latin typeface="Arial MT"/>
                <a:cs typeface="Arial MT"/>
              </a:rPr>
              <a:t>A</a:t>
            </a:r>
            <a:r>
              <a:rPr spc="-100" dirty="0">
                <a:latin typeface="Arial MT"/>
                <a:cs typeface="Arial MT"/>
              </a:rPr>
              <a:t> </a:t>
            </a:r>
            <a:r>
              <a:rPr dirty="0">
                <a:latin typeface="Arial MT"/>
                <a:cs typeface="Arial MT"/>
              </a:rPr>
              <a:t>useful</a:t>
            </a:r>
            <a:r>
              <a:rPr spc="-25" dirty="0">
                <a:latin typeface="Arial MT"/>
                <a:cs typeface="Arial MT"/>
              </a:rPr>
              <a:t> </a:t>
            </a:r>
            <a:r>
              <a:rPr dirty="0">
                <a:latin typeface="Arial MT"/>
                <a:cs typeface="Arial MT"/>
              </a:rPr>
              <a:t>agent</a:t>
            </a:r>
            <a:r>
              <a:rPr spc="-20" dirty="0">
                <a:latin typeface="Arial MT"/>
                <a:cs typeface="Arial MT"/>
              </a:rPr>
              <a:t> </a:t>
            </a:r>
            <a:r>
              <a:rPr dirty="0">
                <a:latin typeface="Arial MT"/>
                <a:cs typeface="Arial MT"/>
              </a:rPr>
              <a:t>application</a:t>
            </a:r>
            <a:r>
              <a:rPr spc="-75" dirty="0">
                <a:latin typeface="Arial MT"/>
                <a:cs typeface="Arial MT"/>
              </a:rPr>
              <a:t> </a:t>
            </a:r>
            <a:r>
              <a:rPr dirty="0">
                <a:latin typeface="Arial MT"/>
                <a:cs typeface="Arial MT"/>
              </a:rPr>
              <a:t>that </a:t>
            </a:r>
            <a:r>
              <a:rPr spc="-25" dirty="0">
                <a:latin typeface="Arial MT"/>
                <a:cs typeface="Arial MT"/>
              </a:rPr>
              <a:t>tak </a:t>
            </a:r>
            <a:r>
              <a:rPr dirty="0">
                <a:latin typeface="Arial MT"/>
                <a:cs typeface="Arial MT"/>
              </a:rPr>
              <a:t>on</a:t>
            </a:r>
            <a:r>
              <a:rPr spc="-40" dirty="0">
                <a:latin typeface="Arial MT"/>
                <a:cs typeface="Arial MT"/>
              </a:rPr>
              <a:t> </a:t>
            </a:r>
            <a:r>
              <a:rPr dirty="0">
                <a:latin typeface="Arial MT"/>
                <a:cs typeface="Arial MT"/>
              </a:rPr>
              <a:t>a</a:t>
            </a:r>
            <a:r>
              <a:rPr spc="10" dirty="0">
                <a:latin typeface="Arial MT"/>
                <a:cs typeface="Arial MT"/>
              </a:rPr>
              <a:t> </a:t>
            </a:r>
            <a:r>
              <a:rPr dirty="0">
                <a:latin typeface="Arial MT"/>
                <a:cs typeface="Arial MT"/>
              </a:rPr>
              <a:t>number</a:t>
            </a:r>
            <a:r>
              <a:rPr spc="-40" dirty="0">
                <a:latin typeface="Arial MT"/>
                <a:cs typeface="Arial MT"/>
              </a:rPr>
              <a:t> </a:t>
            </a:r>
            <a:r>
              <a:rPr dirty="0">
                <a:latin typeface="Arial MT"/>
                <a:cs typeface="Arial MT"/>
              </a:rPr>
              <a:t>of</a:t>
            </a:r>
            <a:r>
              <a:rPr spc="-15" dirty="0">
                <a:latin typeface="Arial MT"/>
                <a:cs typeface="Arial MT"/>
              </a:rPr>
              <a:t> </a:t>
            </a:r>
            <a:r>
              <a:rPr spc="-10" dirty="0">
                <a:latin typeface="Arial MT"/>
                <a:cs typeface="Arial MT"/>
              </a:rPr>
              <a:t>forms</a:t>
            </a:r>
            <a:endParaRPr dirty="0">
              <a:latin typeface="Arial MT"/>
              <a:cs typeface="Arial MT"/>
            </a:endParaRPr>
          </a:p>
        </p:txBody>
      </p:sp>
      <p:pic>
        <p:nvPicPr>
          <p:cNvPr id="9" name="object 9"/>
          <p:cNvPicPr/>
          <p:nvPr/>
        </p:nvPicPr>
        <p:blipFill>
          <a:blip r:embed="rId8" cstate="print"/>
          <a:stretch>
            <a:fillRect/>
          </a:stretch>
        </p:blipFill>
        <p:spPr>
          <a:xfrm>
            <a:off x="7391725" y="3352876"/>
            <a:ext cx="2135415" cy="1830601"/>
          </a:xfrm>
          <a:prstGeom prst="rect">
            <a:avLst/>
          </a:prstGeom>
        </p:spPr>
      </p:pic>
      <p:sp>
        <p:nvSpPr>
          <p:cNvPr id="10" name="object 10"/>
          <p:cNvSpPr txBox="1"/>
          <p:nvPr/>
        </p:nvSpPr>
        <p:spPr>
          <a:xfrm>
            <a:off x="7317741" y="5287771"/>
            <a:ext cx="2432685" cy="345440"/>
          </a:xfrm>
          <a:prstGeom prst="rect">
            <a:avLst/>
          </a:prstGeom>
        </p:spPr>
        <p:txBody>
          <a:bodyPr vert="horz" wrap="square" lIns="0" tIns="19685" rIns="0" bIns="0" rtlCol="0">
            <a:spAutoFit/>
          </a:bodyPr>
          <a:lstStyle/>
          <a:p>
            <a:pPr marL="12700" marR="5080">
              <a:lnSpc>
                <a:spcPts val="1250"/>
              </a:lnSpc>
              <a:spcBef>
                <a:spcPts val="155"/>
              </a:spcBef>
            </a:pPr>
            <a:r>
              <a:rPr sz="1050" dirty="0">
                <a:latin typeface="Arial MT"/>
                <a:cs typeface="Arial MT"/>
              </a:rPr>
              <a:t>An</a:t>
            </a:r>
            <a:r>
              <a:rPr sz="1050" spc="-55" dirty="0">
                <a:latin typeface="Arial MT"/>
                <a:cs typeface="Arial MT"/>
              </a:rPr>
              <a:t> </a:t>
            </a:r>
            <a:r>
              <a:rPr sz="1050" dirty="0">
                <a:latin typeface="Arial MT"/>
                <a:cs typeface="Arial MT"/>
              </a:rPr>
              <a:t>intelligent</a:t>
            </a:r>
            <a:r>
              <a:rPr sz="1050" spc="-35" dirty="0">
                <a:latin typeface="Arial MT"/>
                <a:cs typeface="Arial MT"/>
              </a:rPr>
              <a:t> </a:t>
            </a:r>
            <a:r>
              <a:rPr sz="1050" dirty="0">
                <a:latin typeface="Arial MT"/>
                <a:cs typeface="Arial MT"/>
              </a:rPr>
              <a:t>interface</a:t>
            </a:r>
            <a:r>
              <a:rPr sz="1050" spc="-55" dirty="0">
                <a:latin typeface="Arial MT"/>
                <a:cs typeface="Arial MT"/>
              </a:rPr>
              <a:t> </a:t>
            </a:r>
            <a:r>
              <a:rPr sz="1050" dirty="0">
                <a:latin typeface="Arial MT"/>
                <a:cs typeface="Arial MT"/>
              </a:rPr>
              <a:t>agent</a:t>
            </a:r>
            <a:r>
              <a:rPr sz="1050" spc="-30" dirty="0">
                <a:latin typeface="Arial MT"/>
                <a:cs typeface="Arial MT"/>
              </a:rPr>
              <a:t> </a:t>
            </a:r>
            <a:r>
              <a:rPr sz="1050" dirty="0">
                <a:latin typeface="Arial MT"/>
                <a:cs typeface="Arial MT"/>
              </a:rPr>
              <a:t>to</a:t>
            </a:r>
            <a:r>
              <a:rPr sz="1050" spc="-55" dirty="0">
                <a:latin typeface="Arial MT"/>
                <a:cs typeface="Arial MT"/>
              </a:rPr>
              <a:t> </a:t>
            </a:r>
            <a:r>
              <a:rPr sz="1050" spc="-10" dirty="0">
                <a:latin typeface="Arial MT"/>
                <a:cs typeface="Arial MT"/>
              </a:rPr>
              <a:t>minimize distractions.</a:t>
            </a:r>
            <a:endParaRPr sz="105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352061E-32CE-4D3F-0482-6F57FE02D12A}"/>
              </a:ext>
            </a:extLst>
          </p:cNvPr>
          <p:cNvGraphicFramePr/>
          <p:nvPr>
            <p:extLst>
              <p:ext uri="{D42A27DB-BD31-4B8C-83A1-F6EECF244321}">
                <p14:modId xmlns:p14="http://schemas.microsoft.com/office/powerpoint/2010/main" val="3630576039"/>
              </p:ext>
            </p:extLst>
          </p:nvPr>
        </p:nvGraphicFramePr>
        <p:xfrm>
          <a:off x="654424" y="209805"/>
          <a:ext cx="10999694" cy="8480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56AE52AF-DDAA-1314-68B7-02864C5C8F35}"/>
              </a:ext>
            </a:extLst>
          </p:cNvPr>
          <p:cNvGraphicFramePr/>
          <p:nvPr/>
        </p:nvGraphicFramePr>
        <p:xfrm>
          <a:off x="1692387" y="1006855"/>
          <a:ext cx="8018780" cy="56413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0149B57-10EA-9A3F-20EF-D042655EC671}"/>
              </a:ext>
            </a:extLst>
          </p:cNvPr>
          <p:cNvGraphicFramePr/>
          <p:nvPr>
            <p:extLst>
              <p:ext uri="{D42A27DB-BD31-4B8C-83A1-F6EECF244321}">
                <p14:modId xmlns:p14="http://schemas.microsoft.com/office/powerpoint/2010/main" val="2540710664"/>
              </p:ext>
            </p:extLst>
          </p:nvPr>
        </p:nvGraphicFramePr>
        <p:xfrm>
          <a:off x="560293" y="235344"/>
          <a:ext cx="10573871" cy="11093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312D1163-0ED8-3720-E6F3-63C0A2D9BEE9}"/>
              </a:ext>
            </a:extLst>
          </p:cNvPr>
          <p:cNvGraphicFramePr/>
          <p:nvPr/>
        </p:nvGraphicFramePr>
        <p:xfrm>
          <a:off x="2059941" y="1624076"/>
          <a:ext cx="7657465" cy="425885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140930A-5A3C-651D-B524-14A80F8B8DFF}"/>
              </a:ext>
            </a:extLst>
          </p:cNvPr>
          <p:cNvGraphicFramePr/>
          <p:nvPr>
            <p:extLst>
              <p:ext uri="{D42A27DB-BD31-4B8C-83A1-F6EECF244321}">
                <p14:modId xmlns:p14="http://schemas.microsoft.com/office/powerpoint/2010/main" val="2897899142"/>
              </p:ext>
            </p:extLst>
          </p:nvPr>
        </p:nvGraphicFramePr>
        <p:xfrm>
          <a:off x="112058" y="136733"/>
          <a:ext cx="11470341" cy="1172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059941" y="1525321"/>
            <a:ext cx="7787005" cy="4307589"/>
          </a:xfrm>
          <a:prstGeom prst="rect">
            <a:avLst/>
          </a:prstGeom>
        </p:spPr>
        <p:txBody>
          <a:bodyPr vert="horz" wrap="square" lIns="0" tIns="110490" rIns="0" bIns="0" rtlCol="0">
            <a:spAutoFit/>
          </a:bodyPr>
          <a:lstStyle/>
          <a:p>
            <a:pPr marL="356870" indent="-344170">
              <a:spcBef>
                <a:spcPts val="870"/>
              </a:spcBef>
              <a:buChar char="•"/>
              <a:tabLst>
                <a:tab pos="356870" algn="l"/>
              </a:tabLst>
            </a:pPr>
            <a:r>
              <a:rPr sz="3200" spc="-20" dirty="0">
                <a:latin typeface="Arial MT"/>
                <a:cs typeface="Arial MT"/>
              </a:rPr>
              <a:t>\input{algorithms/table-</a:t>
            </a:r>
            <a:r>
              <a:rPr sz="3200" spc="-10" dirty="0">
                <a:latin typeface="Arial MT"/>
                <a:cs typeface="Arial MT"/>
              </a:rPr>
              <a:t>agent-algorithm}</a:t>
            </a:r>
            <a:endParaRPr sz="3200" dirty="0">
              <a:latin typeface="Arial MT"/>
              <a:cs typeface="Arial MT"/>
            </a:endParaRPr>
          </a:p>
          <a:p>
            <a:pPr marL="12700">
              <a:spcBef>
                <a:spcPts val="765"/>
              </a:spcBef>
            </a:pPr>
            <a:endParaRPr sz="3200" dirty="0">
              <a:latin typeface="Arial MT"/>
              <a:cs typeface="Arial MT"/>
            </a:endParaRPr>
          </a:p>
          <a:p>
            <a:pPr marL="356870" indent="-344170">
              <a:spcBef>
                <a:spcPts val="770"/>
              </a:spcBef>
              <a:buChar char="•"/>
              <a:tabLst>
                <a:tab pos="356870" algn="l"/>
              </a:tabLst>
            </a:pPr>
            <a:r>
              <a:rPr sz="3200" spc="-10" dirty="0">
                <a:latin typeface="Arial MT"/>
                <a:cs typeface="Arial MT"/>
              </a:rPr>
              <a:t>Drawbacks:</a:t>
            </a:r>
            <a:endParaRPr sz="3200" dirty="0">
              <a:latin typeface="Arial MT"/>
              <a:cs typeface="Arial MT"/>
            </a:endParaRPr>
          </a:p>
          <a:p>
            <a:pPr marL="755650" lvl="1" indent="-285750">
              <a:spcBef>
                <a:spcPts val="665"/>
              </a:spcBef>
              <a:buChar char="–"/>
              <a:tabLst>
                <a:tab pos="755650" algn="l"/>
              </a:tabLst>
            </a:pPr>
            <a:r>
              <a:rPr sz="2800" dirty="0">
                <a:latin typeface="Arial MT"/>
                <a:cs typeface="Arial MT"/>
              </a:rPr>
              <a:t>Huge</a:t>
            </a:r>
            <a:r>
              <a:rPr sz="2800" spc="-85" dirty="0">
                <a:latin typeface="Arial MT"/>
                <a:cs typeface="Arial MT"/>
              </a:rPr>
              <a:t> </a:t>
            </a:r>
            <a:r>
              <a:rPr sz="2800" spc="-10" dirty="0">
                <a:latin typeface="Arial MT"/>
                <a:cs typeface="Arial MT"/>
              </a:rPr>
              <a:t>table</a:t>
            </a:r>
            <a:endParaRPr sz="2800" dirty="0">
              <a:latin typeface="Arial MT"/>
              <a:cs typeface="Arial MT"/>
            </a:endParaRPr>
          </a:p>
          <a:p>
            <a:pPr marL="755650" lvl="1" indent="-285750">
              <a:spcBef>
                <a:spcPts val="670"/>
              </a:spcBef>
              <a:buChar char="–"/>
              <a:tabLst>
                <a:tab pos="755650" algn="l"/>
              </a:tabLst>
            </a:pPr>
            <a:r>
              <a:rPr sz="2800" dirty="0">
                <a:latin typeface="Arial MT"/>
                <a:cs typeface="Arial MT"/>
              </a:rPr>
              <a:t>Take</a:t>
            </a:r>
            <a:r>
              <a:rPr sz="2800" spc="-70" dirty="0">
                <a:latin typeface="Arial MT"/>
                <a:cs typeface="Arial MT"/>
              </a:rPr>
              <a:t> </a:t>
            </a:r>
            <a:r>
              <a:rPr sz="2800" dirty="0">
                <a:latin typeface="Arial MT"/>
                <a:cs typeface="Arial MT"/>
              </a:rPr>
              <a:t>a</a:t>
            </a:r>
            <a:r>
              <a:rPr sz="2800" spc="-25" dirty="0">
                <a:latin typeface="Arial MT"/>
                <a:cs typeface="Arial MT"/>
              </a:rPr>
              <a:t> </a:t>
            </a:r>
            <a:r>
              <a:rPr sz="2800" dirty="0">
                <a:latin typeface="Arial MT"/>
                <a:cs typeface="Arial MT"/>
              </a:rPr>
              <a:t>long</a:t>
            </a:r>
            <a:r>
              <a:rPr sz="2800" spc="-40" dirty="0">
                <a:latin typeface="Arial MT"/>
                <a:cs typeface="Arial MT"/>
              </a:rPr>
              <a:t> </a:t>
            </a:r>
            <a:r>
              <a:rPr sz="2800" dirty="0">
                <a:latin typeface="Arial MT"/>
                <a:cs typeface="Arial MT"/>
              </a:rPr>
              <a:t>time</a:t>
            </a:r>
            <a:r>
              <a:rPr sz="2800" spc="-45" dirty="0">
                <a:latin typeface="Arial MT"/>
                <a:cs typeface="Arial MT"/>
              </a:rPr>
              <a:t> </a:t>
            </a:r>
            <a:r>
              <a:rPr sz="2800" dirty="0">
                <a:latin typeface="Arial MT"/>
                <a:cs typeface="Arial MT"/>
              </a:rPr>
              <a:t>to</a:t>
            </a:r>
            <a:r>
              <a:rPr sz="2800" spc="-40" dirty="0">
                <a:latin typeface="Arial MT"/>
                <a:cs typeface="Arial MT"/>
              </a:rPr>
              <a:t> </a:t>
            </a:r>
            <a:r>
              <a:rPr sz="2800" dirty="0">
                <a:latin typeface="Arial MT"/>
                <a:cs typeface="Arial MT"/>
              </a:rPr>
              <a:t>build</a:t>
            </a:r>
            <a:r>
              <a:rPr sz="2800" spc="-25" dirty="0">
                <a:latin typeface="Arial MT"/>
                <a:cs typeface="Arial MT"/>
              </a:rPr>
              <a:t> </a:t>
            </a:r>
            <a:r>
              <a:rPr sz="2800" dirty="0">
                <a:latin typeface="Arial MT"/>
                <a:cs typeface="Arial MT"/>
              </a:rPr>
              <a:t>the</a:t>
            </a:r>
            <a:r>
              <a:rPr sz="2800" spc="-45" dirty="0">
                <a:latin typeface="Arial MT"/>
                <a:cs typeface="Arial MT"/>
              </a:rPr>
              <a:t> </a:t>
            </a:r>
            <a:r>
              <a:rPr sz="2800" spc="-10" dirty="0">
                <a:latin typeface="Arial MT"/>
                <a:cs typeface="Arial MT"/>
              </a:rPr>
              <a:t>table</a:t>
            </a:r>
            <a:endParaRPr sz="2800" dirty="0">
              <a:latin typeface="Arial MT"/>
              <a:cs typeface="Arial MT"/>
            </a:endParaRPr>
          </a:p>
          <a:p>
            <a:pPr marL="755650" lvl="1" indent="-285750">
              <a:spcBef>
                <a:spcPts val="670"/>
              </a:spcBef>
              <a:buChar char="–"/>
              <a:tabLst>
                <a:tab pos="755650" algn="l"/>
              </a:tabLst>
            </a:pPr>
            <a:r>
              <a:rPr sz="2800" dirty="0">
                <a:latin typeface="Arial MT"/>
                <a:cs typeface="Arial MT"/>
              </a:rPr>
              <a:t>No</a:t>
            </a:r>
            <a:r>
              <a:rPr sz="2800" spc="-45" dirty="0">
                <a:latin typeface="Arial MT"/>
                <a:cs typeface="Arial MT"/>
              </a:rPr>
              <a:t> </a:t>
            </a:r>
            <a:r>
              <a:rPr sz="2800" spc="-10" dirty="0">
                <a:latin typeface="Arial MT"/>
                <a:cs typeface="Arial MT"/>
              </a:rPr>
              <a:t>autonomy</a:t>
            </a:r>
            <a:endParaRPr sz="2800" dirty="0">
              <a:latin typeface="Arial MT"/>
              <a:cs typeface="Arial MT"/>
            </a:endParaRPr>
          </a:p>
          <a:p>
            <a:pPr marL="755015" lvl="1" indent="-285750">
              <a:spcBef>
                <a:spcPts val="675"/>
              </a:spcBef>
              <a:buChar char="–"/>
              <a:tabLst>
                <a:tab pos="756285" algn="l"/>
              </a:tabLst>
            </a:pPr>
            <a:r>
              <a:rPr sz="2800" dirty="0">
                <a:latin typeface="Arial MT"/>
                <a:cs typeface="Arial MT"/>
              </a:rPr>
              <a:t>Even</a:t>
            </a:r>
            <a:r>
              <a:rPr sz="2800" spc="-60" dirty="0">
                <a:latin typeface="Arial MT"/>
                <a:cs typeface="Arial MT"/>
              </a:rPr>
              <a:t> </a:t>
            </a:r>
            <a:r>
              <a:rPr sz="2800" dirty="0">
                <a:latin typeface="Arial MT"/>
                <a:cs typeface="Arial MT"/>
              </a:rPr>
              <a:t>with</a:t>
            </a:r>
            <a:r>
              <a:rPr sz="2800" spc="-20" dirty="0">
                <a:latin typeface="Arial MT"/>
                <a:cs typeface="Arial MT"/>
              </a:rPr>
              <a:t> </a:t>
            </a:r>
            <a:r>
              <a:rPr sz="2800" dirty="0">
                <a:latin typeface="Arial MT"/>
                <a:cs typeface="Arial MT"/>
              </a:rPr>
              <a:t>learning,</a:t>
            </a:r>
            <a:r>
              <a:rPr sz="2800" spc="-50" dirty="0">
                <a:latin typeface="Arial MT"/>
                <a:cs typeface="Arial MT"/>
              </a:rPr>
              <a:t> </a:t>
            </a:r>
            <a:r>
              <a:rPr sz="2800" dirty="0">
                <a:latin typeface="Arial MT"/>
                <a:cs typeface="Arial MT"/>
              </a:rPr>
              <a:t>need</a:t>
            </a:r>
            <a:r>
              <a:rPr sz="2800" spc="-40" dirty="0">
                <a:latin typeface="Arial MT"/>
                <a:cs typeface="Arial MT"/>
              </a:rPr>
              <a:t> </a:t>
            </a:r>
            <a:r>
              <a:rPr sz="2800" dirty="0">
                <a:latin typeface="Arial MT"/>
                <a:cs typeface="Arial MT"/>
              </a:rPr>
              <a:t>a</a:t>
            </a:r>
            <a:r>
              <a:rPr sz="2800" spc="-60" dirty="0">
                <a:latin typeface="Arial MT"/>
                <a:cs typeface="Arial MT"/>
              </a:rPr>
              <a:t> </a:t>
            </a:r>
            <a:r>
              <a:rPr sz="2800" dirty="0">
                <a:latin typeface="Arial MT"/>
                <a:cs typeface="Arial MT"/>
              </a:rPr>
              <a:t>long</a:t>
            </a:r>
            <a:r>
              <a:rPr sz="2800" spc="-40" dirty="0">
                <a:latin typeface="Arial MT"/>
                <a:cs typeface="Arial MT"/>
              </a:rPr>
              <a:t> </a:t>
            </a:r>
            <a:r>
              <a:rPr sz="2800" dirty="0">
                <a:latin typeface="Arial MT"/>
                <a:cs typeface="Arial MT"/>
              </a:rPr>
              <a:t>time</a:t>
            </a:r>
            <a:r>
              <a:rPr sz="2800" spc="-60" dirty="0">
                <a:latin typeface="Arial MT"/>
                <a:cs typeface="Arial MT"/>
              </a:rPr>
              <a:t> </a:t>
            </a:r>
            <a:r>
              <a:rPr sz="2800" dirty="0">
                <a:latin typeface="Arial MT"/>
                <a:cs typeface="Arial MT"/>
              </a:rPr>
              <a:t>to</a:t>
            </a:r>
            <a:r>
              <a:rPr sz="2800" spc="-85" dirty="0">
                <a:latin typeface="Arial MT"/>
                <a:cs typeface="Arial MT"/>
              </a:rPr>
              <a:t> </a:t>
            </a:r>
            <a:r>
              <a:rPr sz="2800" spc="-10" dirty="0">
                <a:latin typeface="Arial MT"/>
                <a:cs typeface="Arial MT"/>
              </a:rPr>
              <a:t>learn 	</a:t>
            </a:r>
            <a:r>
              <a:rPr sz="2800" dirty="0">
                <a:latin typeface="Arial MT"/>
                <a:cs typeface="Arial MT"/>
              </a:rPr>
              <a:t>the</a:t>
            </a:r>
            <a:r>
              <a:rPr sz="2800" spc="-80" dirty="0">
                <a:latin typeface="Arial MT"/>
                <a:cs typeface="Arial MT"/>
              </a:rPr>
              <a:t> </a:t>
            </a:r>
            <a:r>
              <a:rPr sz="2800" dirty="0">
                <a:latin typeface="Arial MT"/>
                <a:cs typeface="Arial MT"/>
              </a:rPr>
              <a:t>table</a:t>
            </a:r>
            <a:r>
              <a:rPr sz="2800" spc="-50" dirty="0">
                <a:latin typeface="Arial MT"/>
                <a:cs typeface="Arial MT"/>
              </a:rPr>
              <a:t> </a:t>
            </a:r>
            <a:r>
              <a:rPr sz="2800" spc="-10" dirty="0">
                <a:latin typeface="Arial MT"/>
                <a:cs typeface="Arial MT"/>
              </a:rPr>
              <a:t>entries</a:t>
            </a:r>
            <a:endParaRPr sz="2800" dirty="0">
              <a:latin typeface="Arial MT"/>
              <a:cs typeface="Arial M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0D01B186-D34A-94DF-586D-EE137A6E0B34}"/>
              </a:ext>
            </a:extLst>
          </p:cNvPr>
          <p:cNvGraphicFramePr/>
          <p:nvPr>
            <p:extLst>
              <p:ext uri="{D42A27DB-BD31-4B8C-83A1-F6EECF244321}">
                <p14:modId xmlns:p14="http://schemas.microsoft.com/office/powerpoint/2010/main" val="3752022571"/>
              </p:ext>
            </p:extLst>
          </p:nvPr>
        </p:nvGraphicFramePr>
        <p:xfrm>
          <a:off x="0" y="0"/>
          <a:ext cx="11367247" cy="1624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167517" y="3273581"/>
            <a:ext cx="7317105" cy="1584960"/>
          </a:xfrm>
          <a:prstGeom prst="rect">
            <a:avLst/>
          </a:prstGeom>
        </p:spPr>
        <p:txBody>
          <a:bodyPr vert="horz" wrap="square" lIns="0" tIns="11430" rIns="0" bIns="0" rtlCol="0">
            <a:spAutoFit/>
          </a:bodyPr>
          <a:lstStyle/>
          <a:p>
            <a:pPr marL="356870" marR="5080" indent="-344805">
              <a:spcBef>
                <a:spcPts val="90"/>
              </a:spcBef>
              <a:buChar char="•"/>
              <a:tabLst>
                <a:tab pos="356870" algn="l"/>
              </a:tabLst>
            </a:pPr>
            <a:r>
              <a:rPr sz="3200" spc="-20" dirty="0">
                <a:latin typeface="Arial MT"/>
                <a:cs typeface="Arial MT"/>
              </a:rPr>
              <a:t>\input{algorithms/reflex-vacuum-</a:t>
            </a:r>
            <a:r>
              <a:rPr sz="3200" spc="-10" dirty="0">
                <a:latin typeface="Arial MT"/>
                <a:cs typeface="Arial MT"/>
              </a:rPr>
              <a:t>agent- algorithm}</a:t>
            </a:r>
            <a:endParaRPr sz="3200" dirty="0">
              <a:latin typeface="Arial MT"/>
              <a:cs typeface="Arial MT"/>
            </a:endParaRPr>
          </a:p>
          <a:p>
            <a:pPr marL="12700">
              <a:spcBef>
                <a:spcPts val="770"/>
              </a:spcBef>
            </a:pPr>
            <a:endParaRPr sz="3200" dirty="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Diagram 9">
            <a:extLst>
              <a:ext uri="{FF2B5EF4-FFF2-40B4-BE49-F238E27FC236}">
                <a16:creationId xmlns:a16="http://schemas.microsoft.com/office/drawing/2014/main" id="{E3B88F98-3EE1-A1DA-1ACB-DA123DCF43D9}"/>
              </a:ext>
            </a:extLst>
          </p:cNvPr>
          <p:cNvGraphicFramePr/>
          <p:nvPr>
            <p:extLst>
              <p:ext uri="{D42A27DB-BD31-4B8C-83A1-F6EECF244321}">
                <p14:modId xmlns:p14="http://schemas.microsoft.com/office/powerpoint/2010/main" val="1814340381"/>
              </p:ext>
            </p:extLst>
          </p:nvPr>
        </p:nvGraphicFramePr>
        <p:xfrm>
          <a:off x="851647" y="82170"/>
          <a:ext cx="10883153" cy="126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059941" y="1318357"/>
            <a:ext cx="1279525" cy="836294"/>
          </a:xfrm>
          <a:prstGeom prst="rect">
            <a:avLst/>
          </a:prstGeom>
        </p:spPr>
        <p:txBody>
          <a:bodyPr vert="horz" wrap="square" lIns="0" tIns="89535" rIns="0" bIns="0" rtlCol="0">
            <a:spAutoFit/>
          </a:bodyPr>
          <a:lstStyle/>
          <a:p>
            <a:pPr marL="12700">
              <a:spcBef>
                <a:spcPts val="705"/>
              </a:spcBef>
            </a:pPr>
            <a:r>
              <a:rPr sz="2400" b="1" spc="-10" dirty="0">
                <a:latin typeface="Arial"/>
                <a:cs typeface="Arial"/>
              </a:rPr>
              <a:t>Property</a:t>
            </a:r>
            <a:endParaRPr sz="2400" dirty="0">
              <a:latin typeface="Arial"/>
              <a:cs typeface="Arial"/>
            </a:endParaRPr>
          </a:p>
          <a:p>
            <a:pPr marL="12700">
              <a:spcBef>
                <a:spcPts val="495"/>
              </a:spcBef>
            </a:pPr>
            <a:r>
              <a:rPr sz="2000" spc="-10" dirty="0">
                <a:latin typeface="Arial MT"/>
                <a:cs typeface="Arial MT"/>
              </a:rPr>
              <a:t>Rationale</a:t>
            </a:r>
            <a:endParaRPr sz="2000" dirty="0">
              <a:latin typeface="Arial MT"/>
              <a:cs typeface="Arial MT"/>
            </a:endParaRPr>
          </a:p>
        </p:txBody>
      </p:sp>
      <p:sp>
        <p:nvSpPr>
          <p:cNvPr id="4" name="object 4"/>
          <p:cNvSpPr txBox="1"/>
          <p:nvPr/>
        </p:nvSpPr>
        <p:spPr>
          <a:xfrm>
            <a:off x="4803140" y="1318358"/>
            <a:ext cx="5241290" cy="4909677"/>
          </a:xfrm>
          <a:prstGeom prst="rect">
            <a:avLst/>
          </a:prstGeom>
        </p:spPr>
        <p:txBody>
          <a:bodyPr vert="horz" wrap="square" lIns="0" tIns="89535" rIns="0" bIns="0" rtlCol="0">
            <a:spAutoFit/>
          </a:bodyPr>
          <a:lstStyle/>
          <a:p>
            <a:pPr marL="12700">
              <a:spcBef>
                <a:spcPts val="705"/>
              </a:spcBef>
            </a:pPr>
            <a:r>
              <a:rPr sz="2400" b="1" spc="-10" dirty="0">
                <a:latin typeface="Arial"/>
                <a:cs typeface="Arial"/>
              </a:rPr>
              <a:t>Description</a:t>
            </a:r>
            <a:endParaRPr sz="2400">
              <a:latin typeface="Arial"/>
              <a:cs typeface="Arial"/>
            </a:endParaRPr>
          </a:p>
          <a:p>
            <a:pPr marL="12700" marR="206375">
              <a:spcBef>
                <a:spcPts val="495"/>
              </a:spcBef>
            </a:pPr>
            <a:r>
              <a:rPr sz="2000" dirty="0">
                <a:latin typeface="Arial MT"/>
                <a:cs typeface="Arial MT"/>
              </a:rPr>
              <a:t>Able</a:t>
            </a:r>
            <a:r>
              <a:rPr sz="2000" spc="-45" dirty="0">
                <a:latin typeface="Arial MT"/>
                <a:cs typeface="Arial MT"/>
              </a:rPr>
              <a:t> </a:t>
            </a:r>
            <a:r>
              <a:rPr sz="2000" dirty="0">
                <a:latin typeface="Arial MT"/>
                <a:cs typeface="Arial MT"/>
              </a:rPr>
              <a:t>to</a:t>
            </a:r>
            <a:r>
              <a:rPr sz="2000" spc="-60" dirty="0">
                <a:latin typeface="Arial MT"/>
                <a:cs typeface="Arial MT"/>
              </a:rPr>
              <a:t> </a:t>
            </a:r>
            <a:r>
              <a:rPr sz="2000" dirty="0">
                <a:latin typeface="Arial MT"/>
                <a:cs typeface="Arial MT"/>
              </a:rPr>
              <a:t>act</a:t>
            </a:r>
            <a:r>
              <a:rPr sz="2000" spc="-60" dirty="0">
                <a:latin typeface="Arial MT"/>
                <a:cs typeface="Arial MT"/>
              </a:rPr>
              <a:t> </a:t>
            </a:r>
            <a:r>
              <a:rPr sz="2000" dirty="0">
                <a:latin typeface="Arial MT"/>
                <a:cs typeface="Arial MT"/>
              </a:rPr>
              <a:t>in</a:t>
            </a:r>
            <a:r>
              <a:rPr sz="2000" spc="-35" dirty="0">
                <a:latin typeface="Arial MT"/>
                <a:cs typeface="Arial MT"/>
              </a:rPr>
              <a:t> </a:t>
            </a:r>
            <a:r>
              <a:rPr sz="2000" dirty="0">
                <a:latin typeface="Arial MT"/>
                <a:cs typeface="Arial MT"/>
              </a:rPr>
              <a:t>a</a:t>
            </a:r>
            <a:r>
              <a:rPr sz="2000" spc="-60" dirty="0">
                <a:latin typeface="Arial MT"/>
                <a:cs typeface="Arial MT"/>
              </a:rPr>
              <a:t> </a:t>
            </a:r>
            <a:r>
              <a:rPr sz="2000" dirty="0">
                <a:latin typeface="Arial MT"/>
                <a:cs typeface="Arial MT"/>
              </a:rPr>
              <a:t>rational</a:t>
            </a:r>
            <a:r>
              <a:rPr sz="2000" spc="-5" dirty="0">
                <a:latin typeface="Arial MT"/>
                <a:cs typeface="Arial MT"/>
              </a:rPr>
              <a:t> </a:t>
            </a:r>
            <a:r>
              <a:rPr sz="2000" dirty="0">
                <a:latin typeface="Arial MT"/>
                <a:cs typeface="Arial MT"/>
              </a:rPr>
              <a:t>(or</a:t>
            </a:r>
            <a:r>
              <a:rPr sz="2000" spc="-70" dirty="0">
                <a:latin typeface="Arial MT"/>
                <a:cs typeface="Arial MT"/>
              </a:rPr>
              <a:t> </a:t>
            </a:r>
            <a:r>
              <a:rPr sz="2000" dirty="0">
                <a:latin typeface="Arial MT"/>
                <a:cs typeface="Arial MT"/>
              </a:rPr>
              <a:t>intelligent)</a:t>
            </a:r>
            <a:r>
              <a:rPr sz="2000" spc="-20" dirty="0">
                <a:latin typeface="Arial MT"/>
                <a:cs typeface="Arial MT"/>
              </a:rPr>
              <a:t> </a:t>
            </a:r>
            <a:r>
              <a:rPr sz="2000" spc="-25" dirty="0">
                <a:latin typeface="Arial MT"/>
                <a:cs typeface="Arial MT"/>
              </a:rPr>
              <a:t>way </a:t>
            </a:r>
            <a:r>
              <a:rPr sz="2000" dirty="0">
                <a:latin typeface="Arial MT"/>
                <a:cs typeface="Arial MT"/>
              </a:rPr>
              <a:t>(does</a:t>
            </a:r>
            <a:r>
              <a:rPr sz="2000" spc="-70"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right</a:t>
            </a:r>
            <a:r>
              <a:rPr sz="2000" spc="-40" dirty="0">
                <a:latin typeface="Arial MT"/>
                <a:cs typeface="Arial MT"/>
              </a:rPr>
              <a:t> </a:t>
            </a:r>
            <a:r>
              <a:rPr sz="2000" dirty="0">
                <a:latin typeface="Arial MT"/>
                <a:cs typeface="Arial MT"/>
              </a:rPr>
              <a:t>thing</a:t>
            </a:r>
            <a:r>
              <a:rPr sz="2000" spc="-35" dirty="0">
                <a:latin typeface="Arial MT"/>
                <a:cs typeface="Arial MT"/>
              </a:rPr>
              <a:t> </a:t>
            </a:r>
            <a:r>
              <a:rPr sz="2000" dirty="0">
                <a:latin typeface="Arial MT"/>
                <a:cs typeface="Arial MT"/>
              </a:rPr>
              <a:t>at</a:t>
            </a:r>
            <a:r>
              <a:rPr sz="2000" spc="-35" dirty="0">
                <a:latin typeface="Arial MT"/>
                <a:cs typeface="Arial MT"/>
              </a:rPr>
              <a:t> </a:t>
            </a:r>
            <a:r>
              <a:rPr sz="2000" dirty="0">
                <a:latin typeface="Arial MT"/>
                <a:cs typeface="Arial MT"/>
              </a:rPr>
              <a:t>the</a:t>
            </a:r>
            <a:r>
              <a:rPr sz="2000" spc="-55" dirty="0">
                <a:latin typeface="Arial MT"/>
                <a:cs typeface="Arial MT"/>
              </a:rPr>
              <a:t> </a:t>
            </a:r>
            <a:r>
              <a:rPr sz="2000" dirty="0">
                <a:latin typeface="Arial MT"/>
                <a:cs typeface="Arial MT"/>
              </a:rPr>
              <a:t>right</a:t>
            </a:r>
            <a:r>
              <a:rPr sz="2000" spc="-30" dirty="0">
                <a:latin typeface="Arial MT"/>
                <a:cs typeface="Arial MT"/>
              </a:rPr>
              <a:t> </a:t>
            </a:r>
            <a:r>
              <a:rPr sz="2000" dirty="0">
                <a:latin typeface="Arial MT"/>
                <a:cs typeface="Arial MT"/>
              </a:rPr>
              <a:t>time,</a:t>
            </a:r>
            <a:r>
              <a:rPr sz="2000" spc="-75" dirty="0">
                <a:latin typeface="Arial MT"/>
                <a:cs typeface="Arial MT"/>
              </a:rPr>
              <a:t> </a:t>
            </a:r>
            <a:r>
              <a:rPr sz="2000" dirty="0">
                <a:latin typeface="Arial MT"/>
                <a:cs typeface="Arial MT"/>
              </a:rPr>
              <a:t>given</a:t>
            </a:r>
            <a:r>
              <a:rPr sz="2000" spc="-15" dirty="0">
                <a:latin typeface="Arial MT"/>
                <a:cs typeface="Arial MT"/>
              </a:rPr>
              <a:t> </a:t>
            </a:r>
            <a:r>
              <a:rPr sz="2000" spc="-50" dirty="0">
                <a:latin typeface="Arial MT"/>
                <a:cs typeface="Arial MT"/>
              </a:rPr>
              <a:t>a </a:t>
            </a:r>
            <a:r>
              <a:rPr sz="2000" dirty="0">
                <a:latin typeface="Arial MT"/>
                <a:cs typeface="Arial MT"/>
              </a:rPr>
              <a:t>known</a:t>
            </a:r>
            <a:r>
              <a:rPr sz="2000" spc="-65" dirty="0">
                <a:latin typeface="Arial MT"/>
                <a:cs typeface="Arial MT"/>
              </a:rPr>
              <a:t> </a:t>
            </a:r>
            <a:r>
              <a:rPr sz="2000" spc="-10" dirty="0">
                <a:latin typeface="Arial MT"/>
                <a:cs typeface="Arial MT"/>
              </a:rPr>
              <a:t>outcome.)</a:t>
            </a:r>
            <a:endParaRPr sz="2000">
              <a:latin typeface="Arial MT"/>
              <a:cs typeface="Arial MT"/>
            </a:endParaRPr>
          </a:p>
          <a:p>
            <a:pPr marL="12700" marR="648970">
              <a:spcBef>
                <a:spcPts val="480"/>
              </a:spcBef>
              <a:tabLst>
                <a:tab pos="3073400" algn="l"/>
              </a:tabLst>
            </a:pPr>
            <a:r>
              <a:rPr sz="2000" dirty="0">
                <a:latin typeface="Arial MT"/>
                <a:cs typeface="Arial MT"/>
              </a:rPr>
              <a:t>Able</a:t>
            </a:r>
            <a:r>
              <a:rPr sz="2000" spc="-25" dirty="0">
                <a:latin typeface="Arial MT"/>
                <a:cs typeface="Arial MT"/>
              </a:rPr>
              <a:t> </a:t>
            </a:r>
            <a:r>
              <a:rPr sz="2000" dirty="0">
                <a:latin typeface="Arial MT"/>
                <a:cs typeface="Arial MT"/>
              </a:rPr>
              <a:t>to</a:t>
            </a:r>
            <a:r>
              <a:rPr sz="2000" spc="-45" dirty="0">
                <a:latin typeface="Arial MT"/>
                <a:cs typeface="Arial MT"/>
              </a:rPr>
              <a:t> </a:t>
            </a:r>
            <a:r>
              <a:rPr sz="2000" dirty="0">
                <a:latin typeface="Arial MT"/>
                <a:cs typeface="Arial MT"/>
              </a:rPr>
              <a:t>act</a:t>
            </a:r>
            <a:r>
              <a:rPr sz="2000" spc="-40" dirty="0">
                <a:latin typeface="Arial MT"/>
                <a:cs typeface="Arial MT"/>
              </a:rPr>
              <a:t> </a:t>
            </a:r>
            <a:r>
              <a:rPr sz="2000" spc="-10" dirty="0">
                <a:latin typeface="Arial MT"/>
                <a:cs typeface="Arial MT"/>
              </a:rPr>
              <a:t>independently,</a:t>
            </a:r>
            <a:r>
              <a:rPr sz="2000" dirty="0">
                <a:latin typeface="Arial MT"/>
                <a:cs typeface="Arial MT"/>
              </a:rPr>
              <a:t>	not</a:t>
            </a:r>
            <a:r>
              <a:rPr sz="2000" spc="-25" dirty="0">
                <a:latin typeface="Arial MT"/>
                <a:cs typeface="Arial MT"/>
              </a:rPr>
              <a:t> </a:t>
            </a:r>
            <a:r>
              <a:rPr sz="2000" dirty="0">
                <a:latin typeface="Arial MT"/>
                <a:cs typeface="Arial MT"/>
              </a:rPr>
              <a:t>subject</a:t>
            </a:r>
            <a:r>
              <a:rPr sz="2000" spc="-40" dirty="0">
                <a:latin typeface="Arial MT"/>
                <a:cs typeface="Arial MT"/>
              </a:rPr>
              <a:t> </a:t>
            </a:r>
            <a:r>
              <a:rPr sz="2000" spc="-25" dirty="0">
                <a:latin typeface="Arial MT"/>
                <a:cs typeface="Arial MT"/>
              </a:rPr>
              <a:t>to </a:t>
            </a:r>
            <a:r>
              <a:rPr sz="2000" dirty="0">
                <a:latin typeface="Arial MT"/>
                <a:cs typeface="Arial MT"/>
              </a:rPr>
              <a:t>external</a:t>
            </a:r>
            <a:r>
              <a:rPr sz="2000" spc="-95" dirty="0">
                <a:latin typeface="Arial MT"/>
                <a:cs typeface="Arial MT"/>
              </a:rPr>
              <a:t> </a:t>
            </a:r>
            <a:r>
              <a:rPr sz="2000" spc="-10" dirty="0">
                <a:latin typeface="Arial MT"/>
                <a:cs typeface="Arial MT"/>
              </a:rPr>
              <a:t>control</a:t>
            </a:r>
            <a:endParaRPr sz="2000">
              <a:latin typeface="Arial MT"/>
              <a:cs typeface="Arial MT"/>
            </a:endParaRPr>
          </a:p>
          <a:p>
            <a:pPr marL="12700">
              <a:spcBef>
                <a:spcPts val="480"/>
              </a:spcBef>
            </a:pPr>
            <a:r>
              <a:rPr sz="2000" dirty="0">
                <a:latin typeface="Arial MT"/>
                <a:cs typeface="Arial MT"/>
              </a:rPr>
              <a:t>Able</a:t>
            </a:r>
            <a:r>
              <a:rPr sz="2000" spc="-30" dirty="0">
                <a:latin typeface="Arial MT"/>
                <a:cs typeface="Arial MT"/>
              </a:rPr>
              <a:t> </a:t>
            </a:r>
            <a:r>
              <a:rPr sz="2000" dirty="0">
                <a:latin typeface="Arial MT"/>
                <a:cs typeface="Arial MT"/>
              </a:rPr>
              <a:t>to</a:t>
            </a:r>
            <a:r>
              <a:rPr sz="2000" spc="-45" dirty="0">
                <a:latin typeface="Arial MT"/>
                <a:cs typeface="Arial MT"/>
              </a:rPr>
              <a:t> </a:t>
            </a:r>
            <a:r>
              <a:rPr sz="2000" dirty="0">
                <a:latin typeface="Arial MT"/>
                <a:cs typeface="Arial MT"/>
              </a:rPr>
              <a:t>run</a:t>
            </a:r>
            <a:r>
              <a:rPr sz="2000" spc="-30" dirty="0">
                <a:latin typeface="Arial MT"/>
                <a:cs typeface="Arial MT"/>
              </a:rPr>
              <a:t> </a:t>
            </a:r>
            <a:r>
              <a:rPr sz="2000" spc="-10" dirty="0">
                <a:latin typeface="Arial MT"/>
                <a:cs typeface="Arial MT"/>
              </a:rPr>
              <a:t>continuously</a:t>
            </a:r>
            <a:endParaRPr sz="2000">
              <a:latin typeface="Arial MT"/>
              <a:cs typeface="Arial MT"/>
            </a:endParaRPr>
          </a:p>
          <a:p>
            <a:pPr marL="12700" marR="5080">
              <a:spcBef>
                <a:spcPts val="480"/>
              </a:spcBef>
            </a:pPr>
            <a:r>
              <a:rPr sz="2000" dirty="0">
                <a:latin typeface="Arial MT"/>
                <a:cs typeface="Arial MT"/>
              </a:rPr>
              <a:t>Able</a:t>
            </a:r>
            <a:r>
              <a:rPr sz="2000" spc="-45" dirty="0">
                <a:latin typeface="Arial MT"/>
                <a:cs typeface="Arial MT"/>
              </a:rPr>
              <a:t> </a:t>
            </a:r>
            <a:r>
              <a:rPr sz="2000" dirty="0">
                <a:latin typeface="Arial MT"/>
                <a:cs typeface="Arial MT"/>
              </a:rPr>
              <a:t>to</a:t>
            </a:r>
            <a:r>
              <a:rPr sz="2000" spc="-60" dirty="0">
                <a:latin typeface="Arial MT"/>
                <a:cs typeface="Arial MT"/>
              </a:rPr>
              <a:t> </a:t>
            </a:r>
            <a:r>
              <a:rPr sz="2000" dirty="0">
                <a:latin typeface="Arial MT"/>
                <a:cs typeface="Arial MT"/>
              </a:rPr>
              <a:t>provide</a:t>
            </a:r>
            <a:r>
              <a:rPr sz="2000" spc="10" dirty="0">
                <a:latin typeface="Arial MT"/>
                <a:cs typeface="Arial MT"/>
              </a:rPr>
              <a:t> </a:t>
            </a:r>
            <a:r>
              <a:rPr sz="2000" dirty="0">
                <a:latin typeface="Arial MT"/>
                <a:cs typeface="Arial MT"/>
              </a:rPr>
              <a:t>information,</a:t>
            </a:r>
            <a:r>
              <a:rPr sz="2000" spc="-80" dirty="0">
                <a:latin typeface="Arial MT"/>
                <a:cs typeface="Arial MT"/>
              </a:rPr>
              <a:t> </a:t>
            </a:r>
            <a:r>
              <a:rPr sz="2000" dirty="0">
                <a:latin typeface="Arial MT"/>
                <a:cs typeface="Arial MT"/>
              </a:rPr>
              <a:t>or</a:t>
            </a:r>
            <a:r>
              <a:rPr sz="2000" spc="-50" dirty="0">
                <a:latin typeface="Arial MT"/>
                <a:cs typeface="Arial MT"/>
              </a:rPr>
              <a:t> </a:t>
            </a:r>
            <a:r>
              <a:rPr sz="2000" dirty="0">
                <a:latin typeface="Arial MT"/>
                <a:cs typeface="Arial MT"/>
              </a:rPr>
              <a:t>command</a:t>
            </a:r>
            <a:r>
              <a:rPr sz="2000" spc="-100" dirty="0">
                <a:latin typeface="Arial MT"/>
                <a:cs typeface="Arial MT"/>
              </a:rPr>
              <a:t> </a:t>
            </a:r>
            <a:r>
              <a:rPr sz="2000" spc="-10" dirty="0">
                <a:latin typeface="Arial MT"/>
                <a:cs typeface="Arial MT"/>
              </a:rPr>
              <a:t>other agents</a:t>
            </a:r>
            <a:endParaRPr sz="2000">
              <a:latin typeface="Arial MT"/>
              <a:cs typeface="Arial MT"/>
            </a:endParaRPr>
          </a:p>
          <a:p>
            <a:pPr marL="12700" marR="600710">
              <a:spcBef>
                <a:spcPts val="480"/>
              </a:spcBef>
            </a:pPr>
            <a:r>
              <a:rPr sz="2000" dirty="0">
                <a:latin typeface="Arial MT"/>
                <a:cs typeface="Arial MT"/>
              </a:rPr>
              <a:t>Able</a:t>
            </a:r>
            <a:r>
              <a:rPr sz="2000" spc="-50" dirty="0">
                <a:latin typeface="Arial MT"/>
                <a:cs typeface="Arial MT"/>
              </a:rPr>
              <a:t> </a:t>
            </a:r>
            <a:r>
              <a:rPr sz="2000" dirty="0">
                <a:latin typeface="Arial MT"/>
                <a:cs typeface="Arial MT"/>
              </a:rPr>
              <a:t>to</a:t>
            </a:r>
            <a:r>
              <a:rPr sz="2000" spc="-60" dirty="0">
                <a:latin typeface="Arial MT"/>
                <a:cs typeface="Arial MT"/>
              </a:rPr>
              <a:t> </a:t>
            </a:r>
            <a:r>
              <a:rPr sz="2000" dirty="0">
                <a:latin typeface="Arial MT"/>
                <a:cs typeface="Arial MT"/>
              </a:rPr>
              <a:t>work</a:t>
            </a:r>
            <a:r>
              <a:rPr sz="2000" spc="-30" dirty="0">
                <a:latin typeface="Arial MT"/>
                <a:cs typeface="Arial MT"/>
              </a:rPr>
              <a:t> </a:t>
            </a:r>
            <a:r>
              <a:rPr sz="2000" dirty="0">
                <a:latin typeface="Arial MT"/>
                <a:cs typeface="Arial MT"/>
              </a:rPr>
              <a:t>with</a:t>
            </a:r>
            <a:r>
              <a:rPr sz="2000" spc="5" dirty="0">
                <a:latin typeface="Arial MT"/>
                <a:cs typeface="Arial MT"/>
              </a:rPr>
              <a:t> </a:t>
            </a:r>
            <a:r>
              <a:rPr sz="2000" dirty="0">
                <a:latin typeface="Arial MT"/>
                <a:cs typeface="Arial MT"/>
              </a:rPr>
              <a:t>other</a:t>
            </a:r>
            <a:r>
              <a:rPr sz="2000" spc="-50" dirty="0">
                <a:latin typeface="Arial MT"/>
                <a:cs typeface="Arial MT"/>
              </a:rPr>
              <a:t> </a:t>
            </a:r>
            <a:r>
              <a:rPr sz="2000" dirty="0">
                <a:latin typeface="Arial MT"/>
                <a:cs typeface="Arial MT"/>
              </a:rPr>
              <a:t>agents</a:t>
            </a:r>
            <a:r>
              <a:rPr sz="2000" spc="-30" dirty="0">
                <a:latin typeface="Arial MT"/>
                <a:cs typeface="Arial MT"/>
              </a:rPr>
              <a:t> </a:t>
            </a:r>
            <a:r>
              <a:rPr sz="2000" dirty="0">
                <a:latin typeface="Arial MT"/>
                <a:cs typeface="Arial MT"/>
              </a:rPr>
              <a:t>to</a:t>
            </a:r>
            <a:r>
              <a:rPr sz="2000" spc="-60" dirty="0">
                <a:latin typeface="Arial MT"/>
                <a:cs typeface="Arial MT"/>
              </a:rPr>
              <a:t> </a:t>
            </a:r>
            <a:r>
              <a:rPr sz="2000" spc="-10" dirty="0">
                <a:latin typeface="Arial MT"/>
                <a:cs typeface="Arial MT"/>
              </a:rPr>
              <a:t>achieve goals</a:t>
            </a:r>
            <a:endParaRPr sz="2000">
              <a:latin typeface="Arial MT"/>
              <a:cs typeface="Arial MT"/>
            </a:endParaRPr>
          </a:p>
          <a:p>
            <a:pPr marL="12700" marR="600710">
              <a:spcBef>
                <a:spcPts val="480"/>
              </a:spcBef>
            </a:pPr>
            <a:r>
              <a:rPr sz="2000" dirty="0">
                <a:latin typeface="Arial MT"/>
                <a:cs typeface="Arial MT"/>
              </a:rPr>
              <a:t>Able</a:t>
            </a:r>
            <a:r>
              <a:rPr sz="2000" spc="-55" dirty="0">
                <a:latin typeface="Arial MT"/>
                <a:cs typeface="Arial MT"/>
              </a:rPr>
              <a:t> </a:t>
            </a:r>
            <a:r>
              <a:rPr sz="2000" dirty="0">
                <a:latin typeface="Arial MT"/>
                <a:cs typeface="Arial MT"/>
              </a:rPr>
              <a:t>to</a:t>
            </a:r>
            <a:r>
              <a:rPr sz="2000" spc="-65" dirty="0">
                <a:latin typeface="Arial MT"/>
                <a:cs typeface="Arial MT"/>
              </a:rPr>
              <a:t> </a:t>
            </a:r>
            <a:r>
              <a:rPr sz="2000" dirty="0">
                <a:latin typeface="Arial MT"/>
                <a:cs typeface="Arial MT"/>
              </a:rPr>
              <a:t>move</a:t>
            </a:r>
            <a:r>
              <a:rPr sz="2000" spc="-65" dirty="0">
                <a:latin typeface="Arial MT"/>
                <a:cs typeface="Arial MT"/>
              </a:rPr>
              <a:t> </a:t>
            </a:r>
            <a:r>
              <a:rPr sz="2000" dirty="0">
                <a:latin typeface="Arial MT"/>
                <a:cs typeface="Arial MT"/>
              </a:rPr>
              <a:t>(typically</a:t>
            </a:r>
            <a:r>
              <a:rPr sz="2000" spc="-10" dirty="0">
                <a:latin typeface="Arial MT"/>
                <a:cs typeface="Arial MT"/>
              </a:rPr>
              <a:t> </a:t>
            </a:r>
            <a:r>
              <a:rPr sz="2000" dirty="0">
                <a:latin typeface="Arial MT"/>
                <a:cs typeface="Arial MT"/>
              </a:rPr>
              <a:t>related</a:t>
            </a:r>
            <a:r>
              <a:rPr sz="2000" spc="-25" dirty="0">
                <a:latin typeface="Arial MT"/>
                <a:cs typeface="Arial MT"/>
              </a:rPr>
              <a:t> </a:t>
            </a:r>
            <a:r>
              <a:rPr sz="2000" dirty="0">
                <a:latin typeface="Arial MT"/>
                <a:cs typeface="Arial MT"/>
              </a:rPr>
              <a:t>to</a:t>
            </a:r>
            <a:r>
              <a:rPr sz="2000" spc="-65" dirty="0">
                <a:latin typeface="Arial MT"/>
                <a:cs typeface="Arial MT"/>
              </a:rPr>
              <a:t> </a:t>
            </a:r>
            <a:r>
              <a:rPr sz="2000" spc="-10" dirty="0">
                <a:latin typeface="Arial MT"/>
                <a:cs typeface="Arial MT"/>
              </a:rPr>
              <a:t>network mobility)</a:t>
            </a:r>
            <a:endParaRPr sz="2000">
              <a:latin typeface="Arial MT"/>
              <a:cs typeface="Arial MT"/>
            </a:endParaRPr>
          </a:p>
          <a:p>
            <a:pPr marL="12700">
              <a:spcBef>
                <a:spcPts val="480"/>
              </a:spcBef>
            </a:pPr>
            <a:r>
              <a:rPr sz="2000" dirty="0">
                <a:latin typeface="Arial MT"/>
                <a:cs typeface="Arial MT"/>
              </a:rPr>
              <a:t>Able</a:t>
            </a:r>
            <a:r>
              <a:rPr sz="2000" spc="-45" dirty="0">
                <a:latin typeface="Arial MT"/>
                <a:cs typeface="Arial MT"/>
              </a:rPr>
              <a:t> </a:t>
            </a:r>
            <a:r>
              <a:rPr sz="2000" dirty="0">
                <a:latin typeface="Arial MT"/>
                <a:cs typeface="Arial MT"/>
              </a:rPr>
              <a:t>to</a:t>
            </a:r>
            <a:r>
              <a:rPr sz="2000" spc="-50" dirty="0">
                <a:latin typeface="Arial MT"/>
                <a:cs typeface="Arial MT"/>
              </a:rPr>
              <a:t> </a:t>
            </a:r>
            <a:r>
              <a:rPr sz="2000" dirty="0">
                <a:latin typeface="Arial MT"/>
                <a:cs typeface="Arial MT"/>
              </a:rPr>
              <a:t>learn</a:t>
            </a:r>
            <a:r>
              <a:rPr sz="2000" spc="-15" dirty="0">
                <a:latin typeface="Arial MT"/>
                <a:cs typeface="Arial MT"/>
              </a:rPr>
              <a:t> </a:t>
            </a:r>
            <a:r>
              <a:rPr sz="2000" dirty="0">
                <a:latin typeface="Arial MT"/>
                <a:cs typeface="Arial MT"/>
              </a:rPr>
              <a:t>and</a:t>
            </a:r>
            <a:r>
              <a:rPr sz="2000" spc="-35" dirty="0">
                <a:latin typeface="Arial MT"/>
                <a:cs typeface="Arial MT"/>
              </a:rPr>
              <a:t> </a:t>
            </a:r>
            <a:r>
              <a:rPr sz="2000" spc="-10" dirty="0">
                <a:latin typeface="Arial MT"/>
                <a:cs typeface="Arial MT"/>
              </a:rPr>
              <a:t>adapt</a:t>
            </a:r>
            <a:endParaRPr sz="2000">
              <a:latin typeface="Arial MT"/>
              <a:cs typeface="Arial MT"/>
            </a:endParaRPr>
          </a:p>
        </p:txBody>
      </p:sp>
      <p:sp>
        <p:nvSpPr>
          <p:cNvPr id="5" name="object 5"/>
          <p:cNvSpPr txBox="1"/>
          <p:nvPr/>
        </p:nvSpPr>
        <p:spPr>
          <a:xfrm>
            <a:off x="2059940" y="2800605"/>
            <a:ext cx="1449070" cy="329565"/>
          </a:xfrm>
          <a:prstGeom prst="rect">
            <a:avLst/>
          </a:prstGeom>
        </p:spPr>
        <p:txBody>
          <a:bodyPr vert="horz" wrap="square" lIns="0" tIns="11430" rIns="0" bIns="0" rtlCol="0">
            <a:spAutoFit/>
          </a:bodyPr>
          <a:lstStyle/>
          <a:p>
            <a:pPr marL="12700">
              <a:spcBef>
                <a:spcPts val="90"/>
              </a:spcBef>
            </a:pPr>
            <a:r>
              <a:rPr sz="2000" spc="-10" dirty="0">
                <a:latin typeface="Arial MT"/>
                <a:cs typeface="Arial MT"/>
              </a:rPr>
              <a:t>Autonomous</a:t>
            </a:r>
            <a:endParaRPr sz="2000">
              <a:latin typeface="Arial MT"/>
              <a:cs typeface="Arial MT"/>
            </a:endParaRPr>
          </a:p>
        </p:txBody>
      </p:sp>
      <p:sp>
        <p:nvSpPr>
          <p:cNvPr id="6" name="object 6"/>
          <p:cNvSpPr txBox="1"/>
          <p:nvPr/>
        </p:nvSpPr>
        <p:spPr>
          <a:xfrm>
            <a:off x="2059941" y="3408985"/>
            <a:ext cx="1776095" cy="717569"/>
          </a:xfrm>
          <a:prstGeom prst="rect">
            <a:avLst/>
          </a:prstGeom>
        </p:spPr>
        <p:txBody>
          <a:bodyPr vert="horz" wrap="square" lIns="0" tIns="12700" rIns="0" bIns="0" rtlCol="0">
            <a:spAutoFit/>
          </a:bodyPr>
          <a:lstStyle/>
          <a:p>
            <a:pPr marL="12700" marR="5080">
              <a:lnSpc>
                <a:spcPct val="120000"/>
              </a:lnSpc>
              <a:spcBef>
                <a:spcPts val="100"/>
              </a:spcBef>
            </a:pPr>
            <a:r>
              <a:rPr sz="2000" spc="-10" dirty="0">
                <a:latin typeface="Arial MT"/>
                <a:cs typeface="Arial MT"/>
              </a:rPr>
              <a:t>Persistent Communicative</a:t>
            </a:r>
            <a:endParaRPr sz="2000">
              <a:latin typeface="Arial MT"/>
              <a:cs typeface="Arial MT"/>
            </a:endParaRPr>
          </a:p>
        </p:txBody>
      </p:sp>
      <p:sp>
        <p:nvSpPr>
          <p:cNvPr id="7" name="object 7"/>
          <p:cNvSpPr txBox="1"/>
          <p:nvPr/>
        </p:nvSpPr>
        <p:spPr>
          <a:xfrm>
            <a:off x="2059941" y="4507484"/>
            <a:ext cx="1386205" cy="329565"/>
          </a:xfrm>
          <a:prstGeom prst="rect">
            <a:avLst/>
          </a:prstGeom>
        </p:spPr>
        <p:txBody>
          <a:bodyPr vert="horz" wrap="square" lIns="0" tIns="11430" rIns="0" bIns="0" rtlCol="0">
            <a:spAutoFit/>
          </a:bodyPr>
          <a:lstStyle/>
          <a:p>
            <a:pPr marL="12700">
              <a:spcBef>
                <a:spcPts val="90"/>
              </a:spcBef>
            </a:pPr>
            <a:r>
              <a:rPr sz="2000" spc="-10" dirty="0">
                <a:latin typeface="Arial MT"/>
                <a:cs typeface="Arial MT"/>
              </a:rPr>
              <a:t>Cooperative</a:t>
            </a:r>
            <a:endParaRPr sz="2000">
              <a:latin typeface="Arial MT"/>
              <a:cs typeface="Arial MT"/>
            </a:endParaRPr>
          </a:p>
        </p:txBody>
      </p:sp>
      <p:sp>
        <p:nvSpPr>
          <p:cNvPr id="8" name="object 8"/>
          <p:cNvSpPr txBox="1"/>
          <p:nvPr/>
        </p:nvSpPr>
        <p:spPr>
          <a:xfrm>
            <a:off x="2059941" y="5178045"/>
            <a:ext cx="767715" cy="329565"/>
          </a:xfrm>
          <a:prstGeom prst="rect">
            <a:avLst/>
          </a:prstGeom>
        </p:spPr>
        <p:txBody>
          <a:bodyPr vert="horz" wrap="square" lIns="0" tIns="11430" rIns="0" bIns="0" rtlCol="0">
            <a:spAutoFit/>
          </a:bodyPr>
          <a:lstStyle/>
          <a:p>
            <a:pPr marL="12700">
              <a:spcBef>
                <a:spcPts val="90"/>
              </a:spcBef>
            </a:pPr>
            <a:r>
              <a:rPr sz="2000" spc="-10" dirty="0">
                <a:latin typeface="Arial MT"/>
                <a:cs typeface="Arial MT"/>
              </a:rPr>
              <a:t>Mobile</a:t>
            </a:r>
            <a:endParaRPr sz="2000">
              <a:latin typeface="Arial MT"/>
              <a:cs typeface="Arial MT"/>
            </a:endParaRPr>
          </a:p>
        </p:txBody>
      </p:sp>
      <p:sp>
        <p:nvSpPr>
          <p:cNvPr id="9" name="object 9"/>
          <p:cNvSpPr txBox="1"/>
          <p:nvPr/>
        </p:nvSpPr>
        <p:spPr>
          <a:xfrm>
            <a:off x="2059941" y="5848604"/>
            <a:ext cx="1005205" cy="329565"/>
          </a:xfrm>
          <a:prstGeom prst="rect">
            <a:avLst/>
          </a:prstGeom>
        </p:spPr>
        <p:txBody>
          <a:bodyPr vert="horz" wrap="square" lIns="0" tIns="11430" rIns="0" bIns="0" rtlCol="0">
            <a:spAutoFit/>
          </a:bodyPr>
          <a:lstStyle/>
          <a:p>
            <a:pPr marL="12700">
              <a:spcBef>
                <a:spcPts val="90"/>
              </a:spcBef>
            </a:pPr>
            <a:r>
              <a:rPr sz="2000" spc="-10" dirty="0">
                <a:latin typeface="Arial MT"/>
                <a:cs typeface="Arial MT"/>
              </a:rPr>
              <a:t>Adaptive</a:t>
            </a:r>
            <a:endParaRPr sz="2000">
              <a:latin typeface="Arial MT"/>
              <a:cs typeface="Arial M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00389B84-9664-67C8-4AA4-15118E6CA57F}"/>
              </a:ext>
            </a:extLst>
          </p:cNvPr>
          <p:cNvGraphicFramePr/>
          <p:nvPr>
            <p:extLst>
              <p:ext uri="{D42A27DB-BD31-4B8C-83A1-F6EECF244321}">
                <p14:modId xmlns:p14="http://schemas.microsoft.com/office/powerpoint/2010/main" val="2229948291"/>
              </p:ext>
            </p:extLst>
          </p:nvPr>
        </p:nvGraphicFramePr>
        <p:xfrm>
          <a:off x="67236" y="109839"/>
          <a:ext cx="11586882" cy="11524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059941" y="1624075"/>
            <a:ext cx="7242809" cy="3094437"/>
          </a:xfrm>
          <a:prstGeom prst="rect">
            <a:avLst/>
          </a:prstGeom>
        </p:spPr>
        <p:txBody>
          <a:bodyPr vert="horz" wrap="square" lIns="0" tIns="11430" rIns="0" bIns="0" rtlCol="0">
            <a:spAutoFit/>
          </a:bodyPr>
          <a:lstStyle/>
          <a:p>
            <a:pPr marL="356870" marR="5080" indent="-344805">
              <a:spcBef>
                <a:spcPts val="90"/>
              </a:spcBef>
              <a:buChar char="•"/>
              <a:tabLst>
                <a:tab pos="356870" algn="l"/>
              </a:tabLst>
            </a:pPr>
            <a:r>
              <a:rPr sz="3200" dirty="0">
                <a:latin typeface="Arial MT"/>
                <a:cs typeface="Arial MT"/>
              </a:rPr>
              <a:t>Four</a:t>
            </a:r>
            <a:r>
              <a:rPr sz="3200" spc="-75" dirty="0">
                <a:latin typeface="Arial MT"/>
                <a:cs typeface="Arial MT"/>
              </a:rPr>
              <a:t> </a:t>
            </a:r>
            <a:r>
              <a:rPr sz="3200" dirty="0">
                <a:latin typeface="Arial MT"/>
                <a:cs typeface="Arial MT"/>
              </a:rPr>
              <a:t>basic</a:t>
            </a:r>
            <a:r>
              <a:rPr sz="3200" spc="-50" dirty="0">
                <a:latin typeface="Arial MT"/>
                <a:cs typeface="Arial MT"/>
              </a:rPr>
              <a:t> </a:t>
            </a:r>
            <a:r>
              <a:rPr sz="3200" dirty="0">
                <a:latin typeface="Arial MT"/>
                <a:cs typeface="Arial MT"/>
              </a:rPr>
              <a:t>types</a:t>
            </a:r>
            <a:r>
              <a:rPr sz="3200" spc="15" dirty="0">
                <a:latin typeface="Arial MT"/>
                <a:cs typeface="Arial MT"/>
              </a:rPr>
              <a:t> </a:t>
            </a:r>
            <a:r>
              <a:rPr sz="3200" dirty="0">
                <a:latin typeface="Arial MT"/>
                <a:cs typeface="Arial MT"/>
              </a:rPr>
              <a:t>in</a:t>
            </a:r>
            <a:r>
              <a:rPr sz="3200" spc="-60" dirty="0">
                <a:latin typeface="Arial MT"/>
                <a:cs typeface="Arial MT"/>
              </a:rPr>
              <a:t> </a:t>
            </a:r>
            <a:r>
              <a:rPr sz="3200" dirty="0">
                <a:latin typeface="Arial MT"/>
                <a:cs typeface="Arial MT"/>
              </a:rPr>
              <a:t>order</a:t>
            </a:r>
            <a:r>
              <a:rPr sz="3200" spc="-30" dirty="0">
                <a:latin typeface="Arial MT"/>
                <a:cs typeface="Arial MT"/>
              </a:rPr>
              <a:t> </a:t>
            </a:r>
            <a:r>
              <a:rPr sz="3200" dirty="0">
                <a:latin typeface="Arial MT"/>
                <a:cs typeface="Arial MT"/>
              </a:rPr>
              <a:t>of</a:t>
            </a:r>
            <a:r>
              <a:rPr sz="3200" spc="-60" dirty="0">
                <a:latin typeface="Arial MT"/>
                <a:cs typeface="Arial MT"/>
              </a:rPr>
              <a:t> </a:t>
            </a:r>
            <a:r>
              <a:rPr sz="3200" spc="-10" dirty="0">
                <a:latin typeface="Arial MT"/>
                <a:cs typeface="Arial MT"/>
              </a:rPr>
              <a:t>increasing generality</a:t>
            </a:r>
            <a:r>
              <a:rPr lang="en-MY" sz="3200" spc="-10" dirty="0">
                <a:latin typeface="Arial MT"/>
                <a:cs typeface="Arial MT"/>
              </a:rPr>
              <a:t>:</a:t>
            </a:r>
          </a:p>
          <a:p>
            <a:pPr marL="814070" marR="5080" lvl="1" indent="-344805">
              <a:spcBef>
                <a:spcPts val="90"/>
              </a:spcBef>
              <a:buChar char="•"/>
              <a:tabLst>
                <a:tab pos="356870" algn="l"/>
              </a:tabLst>
            </a:pPr>
            <a:r>
              <a:rPr sz="3200" dirty="0">
                <a:latin typeface="Arial MT"/>
                <a:cs typeface="Arial MT"/>
              </a:rPr>
              <a:t>Simple</a:t>
            </a:r>
            <a:r>
              <a:rPr sz="3200" spc="-125" dirty="0">
                <a:latin typeface="Arial MT"/>
                <a:cs typeface="Arial MT"/>
              </a:rPr>
              <a:t> </a:t>
            </a:r>
            <a:r>
              <a:rPr sz="3200" dirty="0">
                <a:latin typeface="Arial MT"/>
                <a:cs typeface="Arial MT"/>
              </a:rPr>
              <a:t>reflex</a:t>
            </a:r>
            <a:r>
              <a:rPr sz="3200" spc="-70" dirty="0">
                <a:latin typeface="Arial MT"/>
                <a:cs typeface="Arial MT"/>
              </a:rPr>
              <a:t> </a:t>
            </a:r>
            <a:r>
              <a:rPr sz="3200" spc="-10" dirty="0">
                <a:latin typeface="Arial MT"/>
                <a:cs typeface="Arial MT"/>
              </a:rPr>
              <a:t>agents</a:t>
            </a:r>
            <a:endParaRPr lang="en-MY" sz="3200" dirty="0">
              <a:latin typeface="Arial MT"/>
              <a:cs typeface="Arial MT"/>
            </a:endParaRPr>
          </a:p>
          <a:p>
            <a:pPr marL="814070" marR="5080" lvl="1" indent="-344805">
              <a:spcBef>
                <a:spcPts val="90"/>
              </a:spcBef>
              <a:buChar char="•"/>
              <a:tabLst>
                <a:tab pos="356870" algn="l"/>
              </a:tabLst>
            </a:pPr>
            <a:r>
              <a:rPr sz="3200" spc="-25" dirty="0">
                <a:latin typeface="Arial MT"/>
                <a:cs typeface="Arial MT"/>
              </a:rPr>
              <a:t>Model-</a:t>
            </a:r>
            <a:r>
              <a:rPr sz="3200" dirty="0">
                <a:latin typeface="Arial MT"/>
                <a:cs typeface="Arial MT"/>
              </a:rPr>
              <a:t>based</a:t>
            </a:r>
            <a:r>
              <a:rPr sz="3200" spc="-90" dirty="0">
                <a:latin typeface="Arial MT"/>
                <a:cs typeface="Arial MT"/>
              </a:rPr>
              <a:t> </a:t>
            </a:r>
            <a:r>
              <a:rPr sz="3200" dirty="0">
                <a:latin typeface="Arial MT"/>
                <a:cs typeface="Arial MT"/>
              </a:rPr>
              <a:t>reflex</a:t>
            </a:r>
            <a:r>
              <a:rPr sz="3200" spc="-35" dirty="0">
                <a:latin typeface="Arial MT"/>
                <a:cs typeface="Arial MT"/>
              </a:rPr>
              <a:t> </a:t>
            </a:r>
            <a:r>
              <a:rPr sz="3200" spc="-10" dirty="0">
                <a:latin typeface="Arial MT"/>
                <a:cs typeface="Arial MT"/>
              </a:rPr>
              <a:t>agents</a:t>
            </a:r>
            <a:endParaRPr lang="en-MY" sz="3200" dirty="0">
              <a:latin typeface="Arial MT"/>
              <a:cs typeface="Arial MT"/>
            </a:endParaRPr>
          </a:p>
          <a:p>
            <a:pPr marL="814070" marR="5080" lvl="1" indent="-344805">
              <a:spcBef>
                <a:spcPts val="90"/>
              </a:spcBef>
              <a:buChar char="•"/>
              <a:tabLst>
                <a:tab pos="356870" algn="l"/>
              </a:tabLst>
            </a:pPr>
            <a:r>
              <a:rPr sz="3200" spc="-25" dirty="0">
                <a:latin typeface="Arial MT"/>
                <a:cs typeface="Arial MT"/>
              </a:rPr>
              <a:t>Goal-</a:t>
            </a:r>
            <a:r>
              <a:rPr sz="3200" dirty="0">
                <a:latin typeface="Arial MT"/>
                <a:cs typeface="Arial MT"/>
              </a:rPr>
              <a:t>based</a:t>
            </a:r>
            <a:r>
              <a:rPr sz="3200" spc="-40" dirty="0">
                <a:latin typeface="Arial MT"/>
                <a:cs typeface="Arial MT"/>
              </a:rPr>
              <a:t> </a:t>
            </a:r>
            <a:r>
              <a:rPr sz="3200" spc="-10" dirty="0">
                <a:latin typeface="Arial MT"/>
                <a:cs typeface="Arial MT"/>
              </a:rPr>
              <a:t>agents</a:t>
            </a:r>
            <a:endParaRPr lang="en-MY" sz="3200" dirty="0">
              <a:latin typeface="Arial MT"/>
              <a:cs typeface="Arial MT"/>
            </a:endParaRPr>
          </a:p>
          <a:p>
            <a:pPr marL="814070" marR="5080" lvl="1" indent="-344805">
              <a:spcBef>
                <a:spcPts val="90"/>
              </a:spcBef>
              <a:buChar char="•"/>
              <a:tabLst>
                <a:tab pos="356870" algn="l"/>
              </a:tabLst>
            </a:pPr>
            <a:r>
              <a:rPr sz="3200" spc="-20" dirty="0">
                <a:latin typeface="Arial MT"/>
                <a:cs typeface="Arial MT"/>
              </a:rPr>
              <a:t>Utility-</a:t>
            </a:r>
            <a:r>
              <a:rPr sz="3200" dirty="0">
                <a:latin typeface="Arial MT"/>
                <a:cs typeface="Arial MT"/>
              </a:rPr>
              <a:t>based</a:t>
            </a:r>
            <a:r>
              <a:rPr sz="3200" spc="-10" dirty="0">
                <a:latin typeface="Arial MT"/>
                <a:cs typeface="Arial MT"/>
              </a:rPr>
              <a:t> agents</a:t>
            </a:r>
            <a:endParaRPr sz="3200" dirty="0">
              <a:latin typeface="Arial MT"/>
              <a:cs typeface="Arial M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04C96A36-72D6-E82F-3471-8A54C2CD1A60}"/>
              </a:ext>
            </a:extLst>
          </p:cNvPr>
          <p:cNvGraphicFramePr/>
          <p:nvPr>
            <p:extLst>
              <p:ext uri="{D42A27DB-BD31-4B8C-83A1-F6EECF244321}">
                <p14:modId xmlns:p14="http://schemas.microsoft.com/office/powerpoint/2010/main" val="2042179169"/>
              </p:ext>
            </p:extLst>
          </p:nvPr>
        </p:nvGraphicFramePr>
        <p:xfrm>
          <a:off x="103094" y="145698"/>
          <a:ext cx="11219329" cy="1019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object 3"/>
          <p:cNvPicPr/>
          <p:nvPr/>
        </p:nvPicPr>
        <p:blipFill>
          <a:blip r:embed="rId7" cstate="print"/>
          <a:stretch>
            <a:fillRect/>
          </a:stretch>
        </p:blipFill>
        <p:spPr>
          <a:xfrm>
            <a:off x="2002213" y="1392628"/>
            <a:ext cx="8111372" cy="513070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03408161-3DE7-B398-4BE9-9A05C6081E7F}"/>
              </a:ext>
            </a:extLst>
          </p:cNvPr>
          <p:cNvGraphicFramePr/>
          <p:nvPr>
            <p:extLst>
              <p:ext uri="{D42A27DB-BD31-4B8C-83A1-F6EECF244321}">
                <p14:modId xmlns:p14="http://schemas.microsoft.com/office/powerpoint/2010/main" val="2841354241"/>
              </p:ext>
            </p:extLst>
          </p:nvPr>
        </p:nvGraphicFramePr>
        <p:xfrm>
          <a:off x="354108" y="217417"/>
          <a:ext cx="10699374" cy="11963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319917" y="2242945"/>
            <a:ext cx="6798309" cy="1196340"/>
          </a:xfrm>
          <a:prstGeom prst="rect">
            <a:avLst/>
          </a:prstGeom>
        </p:spPr>
        <p:txBody>
          <a:bodyPr vert="horz" wrap="square" lIns="0" tIns="110490" rIns="0" bIns="0" rtlCol="0">
            <a:spAutoFit/>
          </a:bodyPr>
          <a:lstStyle/>
          <a:p>
            <a:pPr marL="356870" indent="-344170">
              <a:spcBef>
                <a:spcPts val="870"/>
              </a:spcBef>
              <a:buChar char="•"/>
              <a:tabLst>
                <a:tab pos="356870" algn="l"/>
              </a:tabLst>
            </a:pPr>
            <a:r>
              <a:rPr sz="3200" spc="-10" dirty="0">
                <a:latin typeface="Arial MT"/>
                <a:cs typeface="Arial MT"/>
              </a:rPr>
              <a:t>\input{algorithms/d-agent-algorithm}</a:t>
            </a:r>
            <a:endParaRPr sz="3200" dirty="0">
              <a:latin typeface="Arial MT"/>
              <a:cs typeface="Arial MT"/>
            </a:endParaRPr>
          </a:p>
          <a:p>
            <a:pPr marL="12700">
              <a:spcBef>
                <a:spcPts val="765"/>
              </a:spcBef>
            </a:pPr>
            <a:endParaRPr sz="3200" dirty="0">
              <a:latin typeface="Arial MT"/>
              <a:cs typeface="Arial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66CC9616-E998-9CD1-F4ED-D61B8C6A2A39}"/>
              </a:ext>
            </a:extLst>
          </p:cNvPr>
          <p:cNvGraphicFramePr/>
          <p:nvPr>
            <p:extLst>
              <p:ext uri="{D42A27DB-BD31-4B8C-83A1-F6EECF244321}">
                <p14:modId xmlns:p14="http://schemas.microsoft.com/office/powerpoint/2010/main" val="2118953375"/>
              </p:ext>
            </p:extLst>
          </p:nvPr>
        </p:nvGraphicFramePr>
        <p:xfrm>
          <a:off x="138951" y="100874"/>
          <a:ext cx="11075895" cy="8942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object 3"/>
          <p:cNvPicPr/>
          <p:nvPr/>
        </p:nvPicPr>
        <p:blipFill>
          <a:blip r:embed="rId7" cstate="print"/>
          <a:stretch>
            <a:fillRect/>
          </a:stretch>
        </p:blipFill>
        <p:spPr>
          <a:xfrm>
            <a:off x="2154222" y="1239821"/>
            <a:ext cx="7959757" cy="503134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5267757-4F56-8861-CFA6-6C7EC50613BD}"/>
              </a:ext>
            </a:extLst>
          </p:cNvPr>
          <p:cNvGraphicFramePr/>
          <p:nvPr>
            <p:extLst>
              <p:ext uri="{D42A27DB-BD31-4B8C-83A1-F6EECF244321}">
                <p14:modId xmlns:p14="http://schemas.microsoft.com/office/powerpoint/2010/main" val="3388814488"/>
              </p:ext>
            </p:extLst>
          </p:nvPr>
        </p:nvGraphicFramePr>
        <p:xfrm>
          <a:off x="67234" y="154663"/>
          <a:ext cx="11515165" cy="11963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2033046" y="2484543"/>
            <a:ext cx="7036434" cy="1196340"/>
          </a:xfrm>
          <a:prstGeom prst="rect">
            <a:avLst/>
          </a:prstGeom>
        </p:spPr>
        <p:txBody>
          <a:bodyPr vert="horz" wrap="square" lIns="0" tIns="110490" rIns="0" bIns="0" rtlCol="0">
            <a:spAutoFit/>
          </a:bodyPr>
          <a:lstStyle/>
          <a:p>
            <a:pPr marL="356870" indent="-344170">
              <a:spcBef>
                <a:spcPts val="870"/>
              </a:spcBef>
              <a:buChar char="•"/>
              <a:tabLst>
                <a:tab pos="356870" algn="l"/>
              </a:tabLst>
            </a:pPr>
            <a:r>
              <a:rPr sz="3200" spc="-20" dirty="0">
                <a:latin typeface="Arial MT"/>
                <a:cs typeface="Arial MT"/>
              </a:rPr>
              <a:t>\input{algorithms/d+-</a:t>
            </a:r>
            <a:r>
              <a:rPr sz="3200" spc="-10" dirty="0">
                <a:latin typeface="Arial MT"/>
                <a:cs typeface="Arial MT"/>
              </a:rPr>
              <a:t>agent-algorithm}</a:t>
            </a:r>
            <a:endParaRPr sz="3200" dirty="0">
              <a:latin typeface="Arial MT"/>
              <a:cs typeface="Arial MT"/>
            </a:endParaRPr>
          </a:p>
          <a:p>
            <a:pPr marL="12700">
              <a:spcBef>
                <a:spcPts val="765"/>
              </a:spcBef>
            </a:pPr>
            <a:endParaRPr sz="3200" dirty="0">
              <a:latin typeface="Arial MT"/>
              <a:cs typeface="Arial M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2219A8E-F9D6-257C-0D9A-146482F1C45B}"/>
              </a:ext>
            </a:extLst>
          </p:cNvPr>
          <p:cNvGraphicFramePr/>
          <p:nvPr>
            <p:extLst>
              <p:ext uri="{D42A27DB-BD31-4B8C-83A1-F6EECF244321}">
                <p14:modId xmlns:p14="http://schemas.microsoft.com/office/powerpoint/2010/main" val="2762463417"/>
              </p:ext>
            </p:extLst>
          </p:nvPr>
        </p:nvGraphicFramePr>
        <p:xfrm>
          <a:off x="112058" y="172593"/>
          <a:ext cx="11470342" cy="1055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object 3"/>
          <p:cNvPicPr/>
          <p:nvPr/>
        </p:nvPicPr>
        <p:blipFill>
          <a:blip r:embed="rId7" cstate="print"/>
          <a:stretch>
            <a:fillRect/>
          </a:stretch>
        </p:blipFill>
        <p:spPr>
          <a:xfrm>
            <a:off x="1850011" y="1316612"/>
            <a:ext cx="8187179" cy="517587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85BE249-62F1-C4CD-3F52-A4AB83698B90}"/>
              </a:ext>
            </a:extLst>
          </p:cNvPr>
          <p:cNvGraphicFramePr/>
          <p:nvPr>
            <p:extLst>
              <p:ext uri="{D42A27DB-BD31-4B8C-83A1-F6EECF244321}">
                <p14:modId xmlns:p14="http://schemas.microsoft.com/office/powerpoint/2010/main" val="276154691"/>
              </p:ext>
            </p:extLst>
          </p:nvPr>
        </p:nvGraphicFramePr>
        <p:xfrm>
          <a:off x="0" y="0"/>
          <a:ext cx="11053482" cy="9950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object 3"/>
          <p:cNvPicPr/>
          <p:nvPr/>
        </p:nvPicPr>
        <p:blipFill>
          <a:blip r:embed="rId7" cstate="print"/>
          <a:stretch>
            <a:fillRect/>
          </a:stretch>
        </p:blipFill>
        <p:spPr>
          <a:xfrm>
            <a:off x="1850404" y="1317008"/>
            <a:ext cx="8338793" cy="52722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85B9E4E-614F-08E0-1A34-7B0CEAEDA77D}"/>
              </a:ext>
            </a:extLst>
          </p:cNvPr>
          <p:cNvGraphicFramePr/>
          <p:nvPr>
            <p:extLst>
              <p:ext uri="{D42A27DB-BD31-4B8C-83A1-F6EECF244321}">
                <p14:modId xmlns:p14="http://schemas.microsoft.com/office/powerpoint/2010/main" val="1426906269"/>
              </p:ext>
            </p:extLst>
          </p:nvPr>
        </p:nvGraphicFramePr>
        <p:xfrm>
          <a:off x="-1" y="65016"/>
          <a:ext cx="11716871" cy="10555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object 3"/>
          <p:cNvPicPr/>
          <p:nvPr/>
        </p:nvPicPr>
        <p:blipFill>
          <a:blip r:embed="rId7" cstate="print"/>
          <a:stretch>
            <a:fillRect/>
          </a:stretch>
        </p:blipFill>
        <p:spPr>
          <a:xfrm>
            <a:off x="2320093" y="1346566"/>
            <a:ext cx="7585906" cy="527005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a:extLst>
              <a:ext uri="{FF2B5EF4-FFF2-40B4-BE49-F238E27FC236}">
                <a16:creationId xmlns:a16="http://schemas.microsoft.com/office/drawing/2014/main" id="{8091615E-98B3-00C1-7062-4589F29439C9}"/>
              </a:ext>
            </a:extLst>
          </p:cNvPr>
          <p:cNvGraphicFramePr/>
          <p:nvPr>
            <p:extLst>
              <p:ext uri="{D42A27DB-BD31-4B8C-83A1-F6EECF244321}">
                <p14:modId xmlns:p14="http://schemas.microsoft.com/office/powerpoint/2010/main" val="2177841374"/>
              </p:ext>
            </p:extLst>
          </p:nvPr>
        </p:nvGraphicFramePr>
        <p:xfrm>
          <a:off x="171435" y="0"/>
          <a:ext cx="11267529" cy="977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object 3"/>
          <p:cNvGrpSpPr/>
          <p:nvPr/>
        </p:nvGrpSpPr>
        <p:grpSpPr>
          <a:xfrm>
            <a:off x="8121312" y="1034163"/>
            <a:ext cx="2362200" cy="3563620"/>
            <a:chOff x="6553200" y="838200"/>
            <a:chExt cx="2362200" cy="3563620"/>
          </a:xfrm>
        </p:grpSpPr>
        <p:pic>
          <p:nvPicPr>
            <p:cNvPr id="4" name="object 4"/>
            <p:cNvPicPr/>
            <p:nvPr/>
          </p:nvPicPr>
          <p:blipFill>
            <a:blip r:embed="rId7" cstate="print"/>
            <a:stretch>
              <a:fillRect/>
            </a:stretch>
          </p:blipFill>
          <p:spPr>
            <a:xfrm>
              <a:off x="6553200" y="838200"/>
              <a:ext cx="2362200" cy="1639824"/>
            </a:xfrm>
            <a:prstGeom prst="rect">
              <a:avLst/>
            </a:prstGeom>
          </p:spPr>
        </p:pic>
        <p:pic>
          <p:nvPicPr>
            <p:cNvPr id="5" name="object 5"/>
            <p:cNvPicPr/>
            <p:nvPr/>
          </p:nvPicPr>
          <p:blipFill>
            <a:blip r:embed="rId8" cstate="print"/>
            <a:stretch>
              <a:fillRect/>
            </a:stretch>
          </p:blipFill>
          <p:spPr>
            <a:xfrm>
              <a:off x="6553200" y="2438400"/>
              <a:ext cx="2258568" cy="1962912"/>
            </a:xfrm>
            <a:prstGeom prst="rect">
              <a:avLst/>
            </a:prstGeom>
          </p:spPr>
        </p:pic>
      </p:grpSp>
      <p:sp>
        <p:nvSpPr>
          <p:cNvPr id="6" name="object 6"/>
          <p:cNvSpPr txBox="1"/>
          <p:nvPr/>
        </p:nvSpPr>
        <p:spPr>
          <a:xfrm>
            <a:off x="2059940" y="879484"/>
            <a:ext cx="5090160" cy="2918107"/>
          </a:xfrm>
          <a:prstGeom prst="rect">
            <a:avLst/>
          </a:prstGeom>
        </p:spPr>
        <p:txBody>
          <a:bodyPr vert="horz" wrap="square" lIns="0" tIns="73025" rIns="0" bIns="0" rtlCol="0">
            <a:spAutoFit/>
          </a:bodyPr>
          <a:lstStyle/>
          <a:p>
            <a:pPr marL="356870" indent="-344170">
              <a:spcBef>
                <a:spcPts val="575"/>
              </a:spcBef>
              <a:buChar char="•"/>
              <a:tabLst>
                <a:tab pos="356870" algn="l"/>
              </a:tabLst>
            </a:pPr>
            <a:r>
              <a:rPr sz="2000" dirty="0">
                <a:latin typeface="Arial MT"/>
                <a:cs typeface="Arial MT"/>
              </a:rPr>
              <a:t>Reactive/</a:t>
            </a:r>
            <a:r>
              <a:rPr sz="2000" spc="-75" dirty="0">
                <a:latin typeface="Arial MT"/>
                <a:cs typeface="Arial MT"/>
              </a:rPr>
              <a:t> </a:t>
            </a:r>
            <a:r>
              <a:rPr sz="2000" dirty="0">
                <a:latin typeface="Arial MT"/>
                <a:cs typeface="Arial MT"/>
              </a:rPr>
              <a:t>Reflex</a:t>
            </a:r>
            <a:r>
              <a:rPr sz="2000" spc="-65" dirty="0">
                <a:latin typeface="Arial MT"/>
                <a:cs typeface="Arial MT"/>
              </a:rPr>
              <a:t> </a:t>
            </a:r>
            <a:r>
              <a:rPr sz="2000" spc="-10" dirty="0">
                <a:latin typeface="Arial MT"/>
                <a:cs typeface="Arial MT"/>
              </a:rPr>
              <a:t>Architectures</a:t>
            </a:r>
            <a:endParaRPr sz="2000" dirty="0">
              <a:latin typeface="Arial MT"/>
              <a:cs typeface="Arial MT"/>
            </a:endParaRPr>
          </a:p>
          <a:p>
            <a:pPr marL="923925" marR="159385" lvl="1" indent="-228600">
              <a:spcBef>
                <a:spcPts val="380"/>
              </a:spcBef>
              <a:buChar char="•"/>
              <a:tabLst>
                <a:tab pos="923925" algn="l"/>
              </a:tabLst>
            </a:pPr>
            <a:r>
              <a:rPr sz="1500" dirty="0">
                <a:latin typeface="Arial MT"/>
                <a:cs typeface="Arial MT"/>
              </a:rPr>
              <a:t>agent</a:t>
            </a:r>
            <a:r>
              <a:rPr sz="1500" spc="-55" dirty="0">
                <a:latin typeface="Arial MT"/>
                <a:cs typeface="Arial MT"/>
              </a:rPr>
              <a:t> </a:t>
            </a:r>
            <a:r>
              <a:rPr sz="1500" dirty="0">
                <a:latin typeface="Arial MT"/>
                <a:cs typeface="Arial MT"/>
              </a:rPr>
              <a:t>behaviors</a:t>
            </a:r>
            <a:r>
              <a:rPr sz="1500" spc="-65" dirty="0">
                <a:latin typeface="Arial MT"/>
                <a:cs typeface="Arial MT"/>
              </a:rPr>
              <a:t> </a:t>
            </a:r>
            <a:r>
              <a:rPr sz="1500" dirty="0">
                <a:latin typeface="Arial MT"/>
                <a:cs typeface="Arial MT"/>
              </a:rPr>
              <a:t>are</a:t>
            </a:r>
            <a:r>
              <a:rPr sz="1500" spc="-5" dirty="0">
                <a:latin typeface="Arial MT"/>
                <a:cs typeface="Arial MT"/>
              </a:rPr>
              <a:t> </a:t>
            </a:r>
            <a:r>
              <a:rPr sz="1500" dirty="0">
                <a:latin typeface="Arial MT"/>
                <a:cs typeface="Arial MT"/>
              </a:rPr>
              <a:t>simply</a:t>
            </a:r>
            <a:r>
              <a:rPr sz="1500" spc="-40" dirty="0">
                <a:latin typeface="Arial MT"/>
                <a:cs typeface="Arial MT"/>
              </a:rPr>
              <a:t> </a:t>
            </a:r>
            <a:r>
              <a:rPr sz="1500" dirty="0">
                <a:latin typeface="Arial MT"/>
                <a:cs typeface="Arial MT"/>
              </a:rPr>
              <a:t>a</a:t>
            </a:r>
            <a:r>
              <a:rPr sz="1500" spc="-5" dirty="0">
                <a:latin typeface="Arial MT"/>
                <a:cs typeface="Arial MT"/>
              </a:rPr>
              <a:t> </a:t>
            </a:r>
            <a:r>
              <a:rPr sz="1500" dirty="0">
                <a:latin typeface="Arial MT"/>
                <a:cs typeface="Arial MT"/>
              </a:rPr>
              <a:t>mapping</a:t>
            </a:r>
            <a:r>
              <a:rPr sz="1500" spc="-30" dirty="0">
                <a:latin typeface="Arial MT"/>
                <a:cs typeface="Arial MT"/>
              </a:rPr>
              <a:t> </a:t>
            </a:r>
            <a:r>
              <a:rPr sz="1500" spc="-10" dirty="0">
                <a:latin typeface="Arial MT"/>
                <a:cs typeface="Arial MT"/>
              </a:rPr>
              <a:t>between </a:t>
            </a:r>
            <a:r>
              <a:rPr sz="1500" dirty="0">
                <a:latin typeface="Arial MT"/>
                <a:cs typeface="Arial MT"/>
              </a:rPr>
              <a:t>stimulus</a:t>
            </a:r>
            <a:r>
              <a:rPr sz="1500" spc="-85" dirty="0">
                <a:latin typeface="Arial MT"/>
                <a:cs typeface="Arial MT"/>
              </a:rPr>
              <a:t> </a:t>
            </a:r>
            <a:r>
              <a:rPr sz="1500" dirty="0">
                <a:latin typeface="Arial MT"/>
                <a:cs typeface="Arial MT"/>
              </a:rPr>
              <a:t>and </a:t>
            </a:r>
            <a:r>
              <a:rPr sz="1500" spc="-10" dirty="0">
                <a:latin typeface="Arial MT"/>
                <a:cs typeface="Arial MT"/>
              </a:rPr>
              <a:t>response.</a:t>
            </a:r>
            <a:endParaRPr sz="1500" dirty="0">
              <a:latin typeface="Arial MT"/>
              <a:cs typeface="Arial MT"/>
            </a:endParaRPr>
          </a:p>
          <a:p>
            <a:pPr marL="923925" marR="318770" lvl="1" indent="-228600">
              <a:spcBef>
                <a:spcPts val="360"/>
              </a:spcBef>
              <a:buChar char="•"/>
              <a:tabLst>
                <a:tab pos="923925" algn="l"/>
              </a:tabLst>
            </a:pPr>
            <a:r>
              <a:rPr sz="1500" dirty="0">
                <a:latin typeface="Arial MT"/>
                <a:cs typeface="Arial MT"/>
              </a:rPr>
              <a:t>The</a:t>
            </a:r>
            <a:r>
              <a:rPr sz="1500" spc="-40" dirty="0">
                <a:latin typeface="Arial MT"/>
                <a:cs typeface="Arial MT"/>
              </a:rPr>
              <a:t> </a:t>
            </a:r>
            <a:r>
              <a:rPr sz="1500" dirty="0">
                <a:latin typeface="Arial MT"/>
                <a:cs typeface="Arial MT"/>
              </a:rPr>
              <a:t>agent</a:t>
            </a:r>
            <a:r>
              <a:rPr sz="1500" spc="-20" dirty="0">
                <a:latin typeface="Arial MT"/>
                <a:cs typeface="Arial MT"/>
              </a:rPr>
              <a:t> </a:t>
            </a:r>
            <a:r>
              <a:rPr sz="1500" dirty="0">
                <a:latin typeface="Arial MT"/>
                <a:cs typeface="Arial MT"/>
              </a:rPr>
              <a:t>has</a:t>
            </a:r>
            <a:r>
              <a:rPr sz="1500" spc="-20" dirty="0">
                <a:latin typeface="Arial MT"/>
                <a:cs typeface="Arial MT"/>
              </a:rPr>
              <a:t> </a:t>
            </a:r>
            <a:r>
              <a:rPr sz="1500" dirty="0">
                <a:latin typeface="Arial MT"/>
                <a:cs typeface="Arial MT"/>
              </a:rPr>
              <a:t>no</a:t>
            </a:r>
            <a:r>
              <a:rPr sz="1500" spc="-5" dirty="0">
                <a:latin typeface="Arial MT"/>
                <a:cs typeface="Arial MT"/>
              </a:rPr>
              <a:t> </a:t>
            </a:r>
            <a:r>
              <a:rPr sz="1500" dirty="0">
                <a:latin typeface="Arial MT"/>
                <a:cs typeface="Arial MT"/>
              </a:rPr>
              <a:t>decision-making</a:t>
            </a:r>
            <a:r>
              <a:rPr sz="1500" spc="-100" dirty="0">
                <a:latin typeface="Arial MT"/>
                <a:cs typeface="Arial MT"/>
              </a:rPr>
              <a:t> </a:t>
            </a:r>
            <a:r>
              <a:rPr sz="1500" dirty="0">
                <a:latin typeface="Arial MT"/>
                <a:cs typeface="Arial MT"/>
              </a:rPr>
              <a:t>skills,</a:t>
            </a:r>
            <a:r>
              <a:rPr sz="1500" spc="-40" dirty="0">
                <a:latin typeface="Arial MT"/>
                <a:cs typeface="Arial MT"/>
              </a:rPr>
              <a:t> </a:t>
            </a:r>
            <a:r>
              <a:rPr sz="1500" spc="-20" dirty="0">
                <a:latin typeface="Arial MT"/>
                <a:cs typeface="Arial MT"/>
              </a:rPr>
              <a:t>only </a:t>
            </a:r>
            <a:r>
              <a:rPr sz="1500" dirty="0">
                <a:latin typeface="Arial MT"/>
                <a:cs typeface="Arial MT"/>
              </a:rPr>
              <a:t>reactions</a:t>
            </a:r>
            <a:r>
              <a:rPr sz="1500" spc="-95" dirty="0">
                <a:latin typeface="Arial MT"/>
                <a:cs typeface="Arial MT"/>
              </a:rPr>
              <a:t> </a:t>
            </a:r>
            <a:r>
              <a:rPr sz="1500" dirty="0">
                <a:latin typeface="Arial MT"/>
                <a:cs typeface="Arial MT"/>
              </a:rPr>
              <a:t>to</a:t>
            </a:r>
            <a:r>
              <a:rPr sz="1500" spc="-5" dirty="0">
                <a:latin typeface="Arial MT"/>
                <a:cs typeface="Arial MT"/>
              </a:rPr>
              <a:t> </a:t>
            </a:r>
            <a:r>
              <a:rPr sz="1500" dirty="0">
                <a:latin typeface="Arial MT"/>
                <a:cs typeface="Arial MT"/>
              </a:rPr>
              <a:t>the</a:t>
            </a:r>
            <a:r>
              <a:rPr sz="1500" spc="-30" dirty="0">
                <a:latin typeface="Arial MT"/>
                <a:cs typeface="Arial MT"/>
              </a:rPr>
              <a:t> </a:t>
            </a:r>
            <a:r>
              <a:rPr sz="1500" dirty="0">
                <a:latin typeface="Arial MT"/>
                <a:cs typeface="Arial MT"/>
              </a:rPr>
              <a:t>environment</a:t>
            </a:r>
            <a:r>
              <a:rPr sz="1500" spc="-95" dirty="0">
                <a:latin typeface="Arial MT"/>
                <a:cs typeface="Arial MT"/>
              </a:rPr>
              <a:t> </a:t>
            </a:r>
            <a:r>
              <a:rPr sz="1500" dirty="0">
                <a:latin typeface="Arial MT"/>
                <a:cs typeface="Arial MT"/>
              </a:rPr>
              <a:t>in</a:t>
            </a:r>
            <a:r>
              <a:rPr sz="1500" spc="-5" dirty="0">
                <a:latin typeface="Arial MT"/>
                <a:cs typeface="Arial MT"/>
              </a:rPr>
              <a:t> </a:t>
            </a:r>
            <a:r>
              <a:rPr sz="1500" dirty="0">
                <a:latin typeface="Arial MT"/>
                <a:cs typeface="Arial MT"/>
              </a:rPr>
              <a:t>which</a:t>
            </a:r>
            <a:r>
              <a:rPr sz="1500" spc="40" dirty="0">
                <a:latin typeface="Arial MT"/>
                <a:cs typeface="Arial MT"/>
              </a:rPr>
              <a:t> </a:t>
            </a:r>
            <a:r>
              <a:rPr sz="1500" dirty="0">
                <a:latin typeface="Arial MT"/>
                <a:cs typeface="Arial MT"/>
              </a:rPr>
              <a:t>it</a:t>
            </a:r>
            <a:r>
              <a:rPr sz="1500" spc="-20" dirty="0">
                <a:latin typeface="Arial MT"/>
                <a:cs typeface="Arial MT"/>
              </a:rPr>
              <a:t> </a:t>
            </a:r>
            <a:r>
              <a:rPr sz="1500" spc="-10" dirty="0">
                <a:latin typeface="Arial MT"/>
                <a:cs typeface="Arial MT"/>
              </a:rPr>
              <a:t>exists</a:t>
            </a:r>
            <a:endParaRPr sz="1500" dirty="0">
              <a:latin typeface="Arial MT"/>
              <a:cs typeface="Arial MT"/>
            </a:endParaRPr>
          </a:p>
          <a:p>
            <a:pPr marL="923925" lvl="1" indent="-228600">
              <a:spcBef>
                <a:spcPts val="360"/>
              </a:spcBef>
              <a:buChar char="•"/>
              <a:tabLst>
                <a:tab pos="923925" algn="l"/>
              </a:tabLst>
            </a:pPr>
            <a:r>
              <a:rPr sz="1500" dirty="0">
                <a:latin typeface="Arial MT"/>
                <a:cs typeface="Arial MT"/>
              </a:rPr>
              <a:t>An</a:t>
            </a:r>
            <a:r>
              <a:rPr sz="1500" spc="-35" dirty="0">
                <a:latin typeface="Arial MT"/>
                <a:cs typeface="Arial MT"/>
              </a:rPr>
              <a:t> </a:t>
            </a:r>
            <a:r>
              <a:rPr sz="1500" dirty="0">
                <a:latin typeface="Arial MT"/>
                <a:cs typeface="Arial MT"/>
              </a:rPr>
              <a:t>example</a:t>
            </a:r>
            <a:r>
              <a:rPr sz="1500" spc="-35" dirty="0">
                <a:latin typeface="Arial MT"/>
                <a:cs typeface="Arial MT"/>
              </a:rPr>
              <a:t> </a:t>
            </a:r>
            <a:r>
              <a:rPr sz="1500" dirty="0">
                <a:latin typeface="Arial MT"/>
                <a:cs typeface="Arial MT"/>
              </a:rPr>
              <a:t>is</a:t>
            </a:r>
            <a:r>
              <a:rPr sz="1500" spc="-30" dirty="0">
                <a:latin typeface="Arial MT"/>
                <a:cs typeface="Arial MT"/>
              </a:rPr>
              <a:t> </a:t>
            </a:r>
            <a:r>
              <a:rPr sz="1500" dirty="0">
                <a:latin typeface="Arial MT"/>
                <a:cs typeface="Arial MT"/>
              </a:rPr>
              <a:t>Subsumption</a:t>
            </a:r>
            <a:r>
              <a:rPr sz="1500" spc="-85" dirty="0">
                <a:latin typeface="Arial MT"/>
                <a:cs typeface="Arial MT"/>
              </a:rPr>
              <a:t> </a:t>
            </a:r>
            <a:r>
              <a:rPr sz="1500" spc="-10" dirty="0">
                <a:latin typeface="Arial MT"/>
                <a:cs typeface="Arial MT"/>
              </a:rPr>
              <a:t>agent</a:t>
            </a:r>
            <a:endParaRPr sz="1500" dirty="0">
              <a:latin typeface="Arial MT"/>
              <a:cs typeface="Arial MT"/>
            </a:endParaRPr>
          </a:p>
          <a:p>
            <a:pPr marL="922019" marR="5080" lvl="1" indent="-226695" algn="just">
              <a:spcBef>
                <a:spcPts val="360"/>
              </a:spcBef>
              <a:buChar char="•"/>
              <a:tabLst>
                <a:tab pos="923925" algn="l"/>
              </a:tabLst>
            </a:pPr>
            <a:r>
              <a:rPr sz="1500" dirty="0">
                <a:latin typeface="Arial MT"/>
                <a:cs typeface="Arial MT"/>
              </a:rPr>
              <a:t>Behavior</a:t>
            </a:r>
            <a:r>
              <a:rPr sz="1500" spc="-80" dirty="0">
                <a:latin typeface="Arial MT"/>
                <a:cs typeface="Arial MT"/>
              </a:rPr>
              <a:t> </a:t>
            </a:r>
            <a:r>
              <a:rPr sz="1500" dirty="0">
                <a:latin typeface="Arial MT"/>
                <a:cs typeface="Arial MT"/>
              </a:rPr>
              <a:t>networks,</a:t>
            </a:r>
            <a:r>
              <a:rPr sz="1500" spc="-40" dirty="0">
                <a:latin typeface="Arial MT"/>
                <a:cs typeface="Arial MT"/>
              </a:rPr>
              <a:t> </a:t>
            </a:r>
            <a:r>
              <a:rPr sz="1500" dirty="0">
                <a:latin typeface="Arial MT"/>
                <a:cs typeface="Arial MT"/>
              </a:rPr>
              <a:t>created</a:t>
            </a:r>
            <a:r>
              <a:rPr sz="1500" spc="-30" dirty="0">
                <a:latin typeface="Arial MT"/>
                <a:cs typeface="Arial MT"/>
              </a:rPr>
              <a:t> </a:t>
            </a:r>
            <a:r>
              <a:rPr sz="1500" dirty="0">
                <a:latin typeface="Arial MT"/>
                <a:cs typeface="Arial MT"/>
              </a:rPr>
              <a:t>by</a:t>
            </a:r>
            <a:r>
              <a:rPr sz="1500" spc="-15" dirty="0">
                <a:latin typeface="Arial MT"/>
                <a:cs typeface="Arial MT"/>
              </a:rPr>
              <a:t> </a:t>
            </a:r>
            <a:r>
              <a:rPr sz="1500" dirty="0">
                <a:latin typeface="Arial MT"/>
                <a:cs typeface="Arial MT"/>
              </a:rPr>
              <a:t>Pattie</a:t>
            </a:r>
            <a:r>
              <a:rPr sz="1500" spc="-55" dirty="0">
                <a:latin typeface="Arial MT"/>
                <a:cs typeface="Arial MT"/>
              </a:rPr>
              <a:t> </a:t>
            </a:r>
            <a:r>
              <a:rPr sz="1500" dirty="0">
                <a:latin typeface="Arial MT"/>
                <a:cs typeface="Arial MT"/>
              </a:rPr>
              <a:t>Maes</a:t>
            </a:r>
            <a:r>
              <a:rPr sz="1500" spc="-45" dirty="0">
                <a:latin typeface="Arial MT"/>
                <a:cs typeface="Arial MT"/>
              </a:rPr>
              <a:t> </a:t>
            </a:r>
            <a:r>
              <a:rPr sz="1500" dirty="0">
                <a:latin typeface="Arial MT"/>
                <a:cs typeface="Arial MT"/>
              </a:rPr>
              <a:t>in</a:t>
            </a:r>
            <a:r>
              <a:rPr sz="1500" spc="-5" dirty="0">
                <a:latin typeface="Arial MT"/>
                <a:cs typeface="Arial MT"/>
              </a:rPr>
              <a:t> </a:t>
            </a:r>
            <a:r>
              <a:rPr sz="1500" spc="-25" dirty="0">
                <a:latin typeface="Arial MT"/>
                <a:cs typeface="Arial MT"/>
              </a:rPr>
              <a:t>the 	</a:t>
            </a:r>
            <a:r>
              <a:rPr sz="1500" dirty="0">
                <a:latin typeface="Arial MT"/>
                <a:cs typeface="Arial MT"/>
              </a:rPr>
              <a:t>late</a:t>
            </a:r>
            <a:r>
              <a:rPr sz="1500" spc="-45" dirty="0">
                <a:latin typeface="Arial MT"/>
                <a:cs typeface="Arial MT"/>
              </a:rPr>
              <a:t> </a:t>
            </a:r>
            <a:r>
              <a:rPr sz="1500" dirty="0">
                <a:latin typeface="Arial MT"/>
                <a:cs typeface="Arial MT"/>
              </a:rPr>
              <a:t>1980s,</a:t>
            </a:r>
            <a:r>
              <a:rPr sz="1500" spc="-25" dirty="0">
                <a:latin typeface="Arial MT"/>
                <a:cs typeface="Arial MT"/>
              </a:rPr>
              <a:t> </a:t>
            </a:r>
            <a:r>
              <a:rPr sz="1500" dirty="0">
                <a:latin typeface="Arial MT"/>
                <a:cs typeface="Arial MT"/>
              </a:rPr>
              <a:t>is</a:t>
            </a:r>
            <a:r>
              <a:rPr sz="1500" spc="25" dirty="0">
                <a:latin typeface="Arial MT"/>
                <a:cs typeface="Arial MT"/>
              </a:rPr>
              <a:t> </a:t>
            </a:r>
            <a:r>
              <a:rPr sz="1500" dirty="0">
                <a:latin typeface="Arial MT"/>
                <a:cs typeface="Arial MT"/>
              </a:rPr>
              <a:t>another</a:t>
            </a:r>
            <a:r>
              <a:rPr sz="1500" spc="-20" dirty="0">
                <a:latin typeface="Arial MT"/>
                <a:cs typeface="Arial MT"/>
              </a:rPr>
              <a:t> </a:t>
            </a:r>
            <a:r>
              <a:rPr sz="1500" dirty="0">
                <a:latin typeface="Arial MT"/>
                <a:cs typeface="Arial MT"/>
              </a:rPr>
              <a:t>reactive</a:t>
            </a:r>
            <a:r>
              <a:rPr sz="1500" spc="-90" dirty="0">
                <a:latin typeface="Arial MT"/>
                <a:cs typeface="Arial MT"/>
              </a:rPr>
              <a:t> </a:t>
            </a:r>
            <a:r>
              <a:rPr sz="1500" dirty="0">
                <a:latin typeface="Arial MT"/>
                <a:cs typeface="Arial MT"/>
              </a:rPr>
              <a:t>architecture</a:t>
            </a:r>
            <a:r>
              <a:rPr sz="1500" spc="-85" dirty="0">
                <a:latin typeface="Arial MT"/>
                <a:cs typeface="Arial MT"/>
              </a:rPr>
              <a:t> </a:t>
            </a:r>
            <a:r>
              <a:rPr sz="1500" dirty="0">
                <a:latin typeface="Arial MT"/>
                <a:cs typeface="Arial MT"/>
              </a:rPr>
              <a:t>that</a:t>
            </a:r>
            <a:r>
              <a:rPr sz="1500" spc="-5" dirty="0">
                <a:latin typeface="Arial MT"/>
                <a:cs typeface="Arial MT"/>
              </a:rPr>
              <a:t> </a:t>
            </a:r>
            <a:r>
              <a:rPr sz="1500" spc="-25" dirty="0">
                <a:latin typeface="Arial MT"/>
                <a:cs typeface="Arial MT"/>
              </a:rPr>
              <a:t>is 	</a:t>
            </a:r>
            <a:r>
              <a:rPr sz="1500" dirty="0">
                <a:latin typeface="Arial MT"/>
                <a:cs typeface="Arial MT"/>
              </a:rPr>
              <a:t>distributed</a:t>
            </a:r>
            <a:r>
              <a:rPr sz="1500" spc="-95" dirty="0">
                <a:latin typeface="Arial MT"/>
                <a:cs typeface="Arial MT"/>
              </a:rPr>
              <a:t> </a:t>
            </a:r>
            <a:r>
              <a:rPr sz="1500" dirty="0">
                <a:latin typeface="Arial MT"/>
                <a:cs typeface="Arial MT"/>
              </a:rPr>
              <a:t>in </a:t>
            </a:r>
            <a:r>
              <a:rPr sz="1500" spc="-10" dirty="0">
                <a:latin typeface="Arial MT"/>
                <a:cs typeface="Arial MT"/>
              </a:rPr>
              <a:t>nature</a:t>
            </a:r>
            <a:endParaRPr sz="1500" dirty="0">
              <a:latin typeface="Arial MT"/>
              <a:cs typeface="Arial MT"/>
            </a:endParaRPr>
          </a:p>
          <a:p>
            <a:pPr marL="433070" indent="-344170">
              <a:spcBef>
                <a:spcPts val="925"/>
              </a:spcBef>
              <a:buChar char="•"/>
              <a:tabLst>
                <a:tab pos="433070" algn="l"/>
              </a:tabLst>
            </a:pPr>
            <a:r>
              <a:rPr sz="2400" spc="-10" dirty="0">
                <a:latin typeface="Arial MT"/>
                <a:cs typeface="Arial MT"/>
              </a:rPr>
              <a:t>Deliberative</a:t>
            </a:r>
            <a:r>
              <a:rPr sz="2400" spc="-150" dirty="0">
                <a:latin typeface="Arial MT"/>
                <a:cs typeface="Arial MT"/>
              </a:rPr>
              <a:t> </a:t>
            </a:r>
            <a:r>
              <a:rPr sz="2400" spc="-10" dirty="0">
                <a:latin typeface="Arial MT"/>
                <a:cs typeface="Arial MT"/>
              </a:rPr>
              <a:t>Architectures</a:t>
            </a:r>
            <a:endParaRPr sz="2400" dirty="0">
              <a:latin typeface="Arial MT"/>
              <a:cs typeface="Arial MT"/>
            </a:endParaRPr>
          </a:p>
        </p:txBody>
      </p:sp>
      <p:sp>
        <p:nvSpPr>
          <p:cNvPr id="7" name="object 7"/>
          <p:cNvSpPr txBox="1"/>
          <p:nvPr/>
        </p:nvSpPr>
        <p:spPr>
          <a:xfrm>
            <a:off x="2593339" y="3794253"/>
            <a:ext cx="4354830" cy="1050925"/>
          </a:xfrm>
          <a:prstGeom prst="rect">
            <a:avLst/>
          </a:prstGeom>
        </p:spPr>
        <p:txBody>
          <a:bodyPr vert="horz" wrap="square" lIns="0" tIns="13335" rIns="0" bIns="0" rtlCol="0">
            <a:spAutoFit/>
          </a:bodyPr>
          <a:lstStyle/>
          <a:p>
            <a:pPr marL="356870" marR="5080" indent="-344805">
              <a:spcBef>
                <a:spcPts val="105"/>
              </a:spcBef>
              <a:buChar char="•"/>
              <a:tabLst>
                <a:tab pos="356870" algn="l"/>
              </a:tabLst>
            </a:pPr>
            <a:r>
              <a:rPr sz="1600" dirty="0">
                <a:latin typeface="Arial MT"/>
                <a:cs typeface="Arial MT"/>
              </a:rPr>
              <a:t>one</a:t>
            </a:r>
            <a:r>
              <a:rPr sz="1600" spc="-50" dirty="0">
                <a:latin typeface="Arial MT"/>
                <a:cs typeface="Arial MT"/>
              </a:rPr>
              <a:t> </a:t>
            </a:r>
            <a:r>
              <a:rPr sz="1600" dirty="0">
                <a:latin typeface="Arial MT"/>
                <a:cs typeface="Arial MT"/>
              </a:rPr>
              <a:t>that</a:t>
            </a:r>
            <a:r>
              <a:rPr sz="1600" spc="-25" dirty="0">
                <a:latin typeface="Arial MT"/>
                <a:cs typeface="Arial MT"/>
              </a:rPr>
              <a:t> </a:t>
            </a:r>
            <a:r>
              <a:rPr sz="1600" dirty="0">
                <a:latin typeface="Arial MT"/>
                <a:cs typeface="Arial MT"/>
              </a:rPr>
              <a:t>includes</a:t>
            </a:r>
            <a:r>
              <a:rPr sz="1600" spc="-70" dirty="0">
                <a:latin typeface="Arial MT"/>
                <a:cs typeface="Arial MT"/>
              </a:rPr>
              <a:t> </a:t>
            </a:r>
            <a:r>
              <a:rPr sz="1600" dirty="0">
                <a:latin typeface="Arial MT"/>
                <a:cs typeface="Arial MT"/>
              </a:rPr>
              <a:t>some</a:t>
            </a:r>
            <a:r>
              <a:rPr sz="1600" spc="-65" dirty="0">
                <a:latin typeface="Arial MT"/>
                <a:cs typeface="Arial MT"/>
              </a:rPr>
              <a:t> </a:t>
            </a:r>
            <a:r>
              <a:rPr sz="1600" dirty="0">
                <a:latin typeface="Arial MT"/>
                <a:cs typeface="Arial MT"/>
              </a:rPr>
              <a:t>deliberation</a:t>
            </a:r>
            <a:r>
              <a:rPr sz="1600" spc="-50" dirty="0">
                <a:latin typeface="Arial MT"/>
                <a:cs typeface="Arial MT"/>
              </a:rPr>
              <a:t> </a:t>
            </a:r>
            <a:r>
              <a:rPr sz="1600" dirty="0">
                <a:latin typeface="Arial MT"/>
                <a:cs typeface="Arial MT"/>
              </a:rPr>
              <a:t>over</a:t>
            </a:r>
            <a:r>
              <a:rPr sz="1600" spc="-20" dirty="0">
                <a:latin typeface="Arial MT"/>
                <a:cs typeface="Arial MT"/>
              </a:rPr>
              <a:t> </a:t>
            </a:r>
            <a:r>
              <a:rPr sz="1600" spc="-25" dirty="0">
                <a:latin typeface="Arial MT"/>
                <a:cs typeface="Arial MT"/>
              </a:rPr>
              <a:t>the </a:t>
            </a:r>
            <a:r>
              <a:rPr sz="1600" dirty="0">
                <a:latin typeface="Arial MT"/>
                <a:cs typeface="Arial MT"/>
              </a:rPr>
              <a:t>action</a:t>
            </a:r>
            <a:r>
              <a:rPr sz="1600" spc="-90" dirty="0">
                <a:latin typeface="Arial MT"/>
                <a:cs typeface="Arial MT"/>
              </a:rPr>
              <a:t> </a:t>
            </a:r>
            <a:r>
              <a:rPr sz="1600" dirty="0">
                <a:latin typeface="Arial MT"/>
                <a:cs typeface="Arial MT"/>
              </a:rPr>
              <a:t>to</a:t>
            </a:r>
            <a:r>
              <a:rPr sz="1600" spc="-20" dirty="0">
                <a:latin typeface="Arial MT"/>
                <a:cs typeface="Arial MT"/>
              </a:rPr>
              <a:t> </a:t>
            </a:r>
            <a:r>
              <a:rPr sz="1600" dirty="0">
                <a:latin typeface="Arial MT"/>
                <a:cs typeface="Arial MT"/>
              </a:rPr>
              <a:t>perform</a:t>
            </a:r>
            <a:r>
              <a:rPr sz="1600" spc="-10" dirty="0">
                <a:latin typeface="Arial MT"/>
                <a:cs typeface="Arial MT"/>
              </a:rPr>
              <a:t> </a:t>
            </a:r>
            <a:r>
              <a:rPr sz="1600" dirty="0">
                <a:latin typeface="Arial MT"/>
                <a:cs typeface="Arial MT"/>
              </a:rPr>
              <a:t>given</a:t>
            </a:r>
            <a:r>
              <a:rPr sz="1600" spc="-40" dirty="0">
                <a:latin typeface="Arial MT"/>
                <a:cs typeface="Arial MT"/>
              </a:rPr>
              <a:t> </a:t>
            </a:r>
            <a:r>
              <a:rPr sz="1600" dirty="0">
                <a:latin typeface="Arial MT"/>
                <a:cs typeface="Arial MT"/>
              </a:rPr>
              <a:t>the</a:t>
            </a:r>
            <a:r>
              <a:rPr sz="1600" spc="-20" dirty="0">
                <a:latin typeface="Arial MT"/>
                <a:cs typeface="Arial MT"/>
              </a:rPr>
              <a:t> </a:t>
            </a:r>
            <a:r>
              <a:rPr sz="1600" dirty="0">
                <a:latin typeface="Arial MT"/>
                <a:cs typeface="Arial MT"/>
              </a:rPr>
              <a:t>current</a:t>
            </a:r>
            <a:r>
              <a:rPr sz="1600" spc="-30" dirty="0">
                <a:latin typeface="Arial MT"/>
                <a:cs typeface="Arial MT"/>
              </a:rPr>
              <a:t> </a:t>
            </a:r>
            <a:r>
              <a:rPr sz="1600" dirty="0">
                <a:latin typeface="Arial MT"/>
                <a:cs typeface="Arial MT"/>
              </a:rPr>
              <a:t>set</a:t>
            </a:r>
            <a:r>
              <a:rPr sz="1600" spc="-25" dirty="0">
                <a:latin typeface="Arial MT"/>
                <a:cs typeface="Arial MT"/>
              </a:rPr>
              <a:t> of </a:t>
            </a:r>
            <a:r>
              <a:rPr sz="1600" spc="-10" dirty="0">
                <a:latin typeface="Arial MT"/>
                <a:cs typeface="Arial MT"/>
              </a:rPr>
              <a:t>inputs</a:t>
            </a:r>
            <a:endParaRPr sz="1600">
              <a:latin typeface="Arial MT"/>
              <a:cs typeface="Arial MT"/>
            </a:endParaRPr>
          </a:p>
          <a:p>
            <a:pPr marL="356870" indent="-344170">
              <a:spcBef>
                <a:spcPts val="385"/>
              </a:spcBef>
              <a:buChar char="•"/>
              <a:tabLst>
                <a:tab pos="356870" algn="l"/>
              </a:tabLst>
            </a:pPr>
            <a:r>
              <a:rPr sz="1600" dirty="0">
                <a:latin typeface="Arial MT"/>
                <a:cs typeface="Arial MT"/>
              </a:rPr>
              <a:t>Example</a:t>
            </a:r>
            <a:r>
              <a:rPr sz="1600" spc="-55" dirty="0">
                <a:latin typeface="Arial MT"/>
                <a:cs typeface="Arial MT"/>
              </a:rPr>
              <a:t> </a:t>
            </a:r>
            <a:r>
              <a:rPr sz="1600" dirty="0">
                <a:latin typeface="Arial MT"/>
                <a:cs typeface="Arial MT"/>
              </a:rPr>
              <a:t>is</a:t>
            </a:r>
            <a:r>
              <a:rPr sz="1600" spc="-35" dirty="0">
                <a:latin typeface="Arial MT"/>
                <a:cs typeface="Arial MT"/>
              </a:rPr>
              <a:t> </a:t>
            </a:r>
            <a:r>
              <a:rPr sz="1600" spc="-10" dirty="0">
                <a:latin typeface="Arial MT"/>
                <a:cs typeface="Arial MT"/>
              </a:rPr>
              <a:t>ATLANTIS</a:t>
            </a:r>
            <a:endParaRPr sz="1600">
              <a:latin typeface="Arial MT"/>
              <a:cs typeface="Arial MT"/>
            </a:endParaRPr>
          </a:p>
        </p:txBody>
      </p:sp>
      <p:pic>
        <p:nvPicPr>
          <p:cNvPr id="8" name="object 8"/>
          <p:cNvPicPr/>
          <p:nvPr/>
        </p:nvPicPr>
        <p:blipFill>
          <a:blip r:embed="rId9" cstate="print"/>
          <a:stretch>
            <a:fillRect/>
          </a:stretch>
        </p:blipFill>
        <p:spPr>
          <a:xfrm>
            <a:off x="1981201" y="4800600"/>
            <a:ext cx="2697479" cy="1783080"/>
          </a:xfrm>
          <a:prstGeom prst="rect">
            <a:avLst/>
          </a:prstGeom>
        </p:spPr>
      </p:pic>
      <p:pic>
        <p:nvPicPr>
          <p:cNvPr id="9" name="object 9"/>
          <p:cNvPicPr/>
          <p:nvPr/>
        </p:nvPicPr>
        <p:blipFill>
          <a:blip r:embed="rId10" cstate="print"/>
          <a:stretch>
            <a:fillRect/>
          </a:stretch>
        </p:blipFill>
        <p:spPr>
          <a:xfrm>
            <a:off x="5486401" y="4419600"/>
            <a:ext cx="2447925" cy="2209800"/>
          </a:xfrm>
          <a:prstGeom prst="rect">
            <a:avLst/>
          </a:prstGeom>
        </p:spPr>
      </p:pic>
      <p:pic>
        <p:nvPicPr>
          <p:cNvPr id="10" name="object 10"/>
          <p:cNvPicPr/>
          <p:nvPr/>
        </p:nvPicPr>
        <p:blipFill>
          <a:blip r:embed="rId11" cstate="print"/>
          <a:stretch>
            <a:fillRect/>
          </a:stretch>
        </p:blipFill>
        <p:spPr>
          <a:xfrm>
            <a:off x="8396709" y="5154408"/>
            <a:ext cx="2692632" cy="1569121"/>
          </a:xfrm>
          <a:prstGeom prst="rect">
            <a:avLst/>
          </a:prstGeom>
        </p:spPr>
      </p:pic>
      <p:sp>
        <p:nvSpPr>
          <p:cNvPr id="11" name="object 11"/>
          <p:cNvSpPr txBox="1"/>
          <p:nvPr/>
        </p:nvSpPr>
        <p:spPr>
          <a:xfrm>
            <a:off x="8361125" y="4752462"/>
            <a:ext cx="1864995" cy="345440"/>
          </a:xfrm>
          <a:prstGeom prst="rect">
            <a:avLst/>
          </a:prstGeom>
        </p:spPr>
        <p:txBody>
          <a:bodyPr vert="horz" wrap="square" lIns="0" tIns="19685" rIns="0" bIns="0" rtlCol="0">
            <a:spAutoFit/>
          </a:bodyPr>
          <a:lstStyle/>
          <a:p>
            <a:pPr marL="12700" marR="5080">
              <a:lnSpc>
                <a:spcPts val="1250"/>
              </a:lnSpc>
              <a:spcBef>
                <a:spcPts val="155"/>
              </a:spcBef>
            </a:pPr>
            <a:r>
              <a:rPr sz="1050" spc="-10" dirty="0">
                <a:latin typeface="Arial MT"/>
                <a:cs typeface="Arial MT"/>
              </a:rPr>
              <a:t>Behaviour</a:t>
            </a:r>
            <a:r>
              <a:rPr sz="1050" spc="-15" dirty="0">
                <a:latin typeface="Arial MT"/>
                <a:cs typeface="Arial MT"/>
              </a:rPr>
              <a:t> </a:t>
            </a:r>
            <a:r>
              <a:rPr sz="1050" dirty="0">
                <a:latin typeface="Arial MT"/>
                <a:cs typeface="Arial MT"/>
              </a:rPr>
              <a:t>network</a:t>
            </a:r>
            <a:r>
              <a:rPr sz="1050" spc="-15" dirty="0">
                <a:latin typeface="Arial MT"/>
                <a:cs typeface="Arial MT"/>
              </a:rPr>
              <a:t> </a:t>
            </a:r>
            <a:r>
              <a:rPr sz="1050" dirty="0">
                <a:latin typeface="Arial MT"/>
                <a:cs typeface="Arial MT"/>
              </a:rPr>
              <a:t>for</a:t>
            </a:r>
            <a:r>
              <a:rPr sz="1050" spc="-35" dirty="0">
                <a:latin typeface="Arial MT"/>
                <a:cs typeface="Arial MT"/>
              </a:rPr>
              <a:t> </a:t>
            </a:r>
            <a:r>
              <a:rPr sz="1050" dirty="0">
                <a:latin typeface="Arial MT"/>
                <a:cs typeface="Arial MT"/>
              </a:rPr>
              <a:t>a</a:t>
            </a:r>
            <a:r>
              <a:rPr sz="1050" spc="-25" dirty="0">
                <a:latin typeface="Arial MT"/>
                <a:cs typeface="Arial MT"/>
              </a:rPr>
              <a:t> </a:t>
            </a:r>
            <a:r>
              <a:rPr sz="1050" spc="-10" dirty="0">
                <a:latin typeface="Arial MT"/>
                <a:cs typeface="Arial MT"/>
              </a:rPr>
              <a:t>simple </a:t>
            </a:r>
            <a:r>
              <a:rPr sz="1050" dirty="0">
                <a:latin typeface="Arial MT"/>
                <a:cs typeface="Arial MT"/>
              </a:rPr>
              <a:t>game</a:t>
            </a:r>
            <a:r>
              <a:rPr sz="1050" spc="-60" dirty="0">
                <a:latin typeface="Arial MT"/>
                <a:cs typeface="Arial MT"/>
              </a:rPr>
              <a:t> </a:t>
            </a:r>
            <a:r>
              <a:rPr sz="1050" spc="-10" dirty="0">
                <a:latin typeface="Arial MT"/>
                <a:cs typeface="Arial MT"/>
              </a:rPr>
              <a:t>agent</a:t>
            </a:r>
            <a:endParaRPr sz="1050" dirty="0">
              <a:latin typeface="Arial MT"/>
              <a:cs typeface="Arial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AFE1D3CA-A6B8-9A32-1C18-A51CDE9A9533}"/>
              </a:ext>
            </a:extLst>
          </p:cNvPr>
          <p:cNvGraphicFramePr/>
          <p:nvPr>
            <p:extLst>
              <p:ext uri="{D42A27DB-BD31-4B8C-83A1-F6EECF244321}">
                <p14:modId xmlns:p14="http://schemas.microsoft.com/office/powerpoint/2010/main" val="1777317649"/>
              </p:ext>
            </p:extLst>
          </p:nvPr>
        </p:nvGraphicFramePr>
        <p:xfrm>
          <a:off x="0" y="95535"/>
          <a:ext cx="11707906" cy="1087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697305" y="1383246"/>
            <a:ext cx="5168900" cy="1623695"/>
          </a:xfrm>
          <a:prstGeom prst="rect">
            <a:avLst/>
          </a:prstGeom>
        </p:spPr>
        <p:txBody>
          <a:bodyPr vert="horz" wrap="square" lIns="0" tIns="89535" rIns="0" bIns="0" rtlCol="0">
            <a:spAutoFit/>
          </a:bodyPr>
          <a:lstStyle/>
          <a:p>
            <a:pPr marL="356870" indent="-344170">
              <a:spcBef>
                <a:spcPts val="705"/>
              </a:spcBef>
              <a:buChar char="•"/>
              <a:tabLst>
                <a:tab pos="356870" algn="l"/>
              </a:tabLst>
            </a:pPr>
            <a:r>
              <a:rPr sz="2400" dirty="0">
                <a:latin typeface="Arial MT"/>
                <a:cs typeface="Arial MT"/>
              </a:rPr>
              <a:t>Blackboard</a:t>
            </a:r>
            <a:r>
              <a:rPr sz="2400" spc="-130" dirty="0">
                <a:latin typeface="Arial MT"/>
                <a:cs typeface="Arial MT"/>
              </a:rPr>
              <a:t> </a:t>
            </a:r>
            <a:r>
              <a:rPr sz="2400" spc="-10" dirty="0">
                <a:latin typeface="Arial MT"/>
                <a:cs typeface="Arial MT"/>
              </a:rPr>
              <a:t>Architectures</a:t>
            </a:r>
            <a:endParaRPr sz="2400" dirty="0">
              <a:latin typeface="Arial MT"/>
              <a:cs typeface="Arial MT"/>
            </a:endParaRPr>
          </a:p>
          <a:p>
            <a:pPr marL="1155065" marR="5080" lvl="1" indent="-228600">
              <a:spcBef>
                <a:spcPts val="455"/>
              </a:spcBef>
              <a:buChar char="•"/>
              <a:tabLst>
                <a:tab pos="1155065" algn="l"/>
              </a:tabLst>
            </a:pPr>
            <a:r>
              <a:rPr dirty="0">
                <a:latin typeface="Arial MT"/>
                <a:cs typeface="Arial MT"/>
              </a:rPr>
              <a:t>operates</a:t>
            </a:r>
            <a:r>
              <a:rPr spc="-50" dirty="0">
                <a:latin typeface="Arial MT"/>
                <a:cs typeface="Arial MT"/>
              </a:rPr>
              <a:t> </a:t>
            </a:r>
            <a:r>
              <a:rPr dirty="0">
                <a:latin typeface="Arial MT"/>
                <a:cs typeface="Arial MT"/>
              </a:rPr>
              <a:t>around</a:t>
            </a:r>
            <a:r>
              <a:rPr spc="-35" dirty="0">
                <a:latin typeface="Arial MT"/>
                <a:cs typeface="Arial MT"/>
              </a:rPr>
              <a:t> </a:t>
            </a:r>
            <a:r>
              <a:rPr dirty="0">
                <a:latin typeface="Arial MT"/>
                <a:cs typeface="Arial MT"/>
              </a:rPr>
              <a:t>a</a:t>
            </a:r>
            <a:r>
              <a:rPr spc="-10" dirty="0">
                <a:latin typeface="Arial MT"/>
                <a:cs typeface="Arial MT"/>
              </a:rPr>
              <a:t> </a:t>
            </a:r>
            <a:r>
              <a:rPr dirty="0">
                <a:latin typeface="Arial MT"/>
                <a:cs typeface="Arial MT"/>
              </a:rPr>
              <a:t>global</a:t>
            </a:r>
            <a:r>
              <a:rPr spc="-35" dirty="0">
                <a:latin typeface="Arial MT"/>
                <a:cs typeface="Arial MT"/>
              </a:rPr>
              <a:t> </a:t>
            </a:r>
            <a:r>
              <a:rPr dirty="0">
                <a:latin typeface="Arial MT"/>
                <a:cs typeface="Arial MT"/>
              </a:rPr>
              <a:t>work</a:t>
            </a:r>
            <a:r>
              <a:rPr spc="20" dirty="0">
                <a:latin typeface="Arial MT"/>
                <a:cs typeface="Arial MT"/>
              </a:rPr>
              <a:t> </a:t>
            </a:r>
            <a:r>
              <a:rPr dirty="0">
                <a:latin typeface="Arial MT"/>
                <a:cs typeface="Arial MT"/>
              </a:rPr>
              <a:t>area</a:t>
            </a:r>
            <a:r>
              <a:rPr spc="-10" dirty="0">
                <a:latin typeface="Arial MT"/>
                <a:cs typeface="Arial MT"/>
              </a:rPr>
              <a:t> </a:t>
            </a:r>
            <a:r>
              <a:rPr spc="-20" dirty="0">
                <a:latin typeface="Arial MT"/>
                <a:cs typeface="Arial MT"/>
              </a:rPr>
              <a:t>call </a:t>
            </a:r>
            <a:r>
              <a:rPr dirty="0">
                <a:latin typeface="Arial MT"/>
                <a:cs typeface="Arial MT"/>
              </a:rPr>
              <a:t>the</a:t>
            </a:r>
            <a:r>
              <a:rPr spc="-40" dirty="0">
                <a:latin typeface="Arial MT"/>
                <a:cs typeface="Arial MT"/>
              </a:rPr>
              <a:t> </a:t>
            </a:r>
            <a:r>
              <a:rPr dirty="0">
                <a:latin typeface="Arial MT"/>
                <a:cs typeface="Arial MT"/>
              </a:rPr>
              <a:t>blackboard</a:t>
            </a:r>
            <a:r>
              <a:rPr spc="-65" dirty="0">
                <a:latin typeface="Arial MT"/>
                <a:cs typeface="Arial MT"/>
              </a:rPr>
              <a:t> </a:t>
            </a:r>
            <a:r>
              <a:rPr dirty="0">
                <a:latin typeface="Arial MT"/>
                <a:cs typeface="Arial MT"/>
              </a:rPr>
              <a:t>(a common</a:t>
            </a:r>
            <a:r>
              <a:rPr spc="-65" dirty="0">
                <a:latin typeface="Arial MT"/>
                <a:cs typeface="Arial MT"/>
              </a:rPr>
              <a:t> </a:t>
            </a:r>
            <a:r>
              <a:rPr dirty="0">
                <a:latin typeface="Arial MT"/>
                <a:cs typeface="Arial MT"/>
              </a:rPr>
              <a:t>work</a:t>
            </a:r>
            <a:r>
              <a:rPr spc="50" dirty="0">
                <a:latin typeface="Arial MT"/>
                <a:cs typeface="Arial MT"/>
              </a:rPr>
              <a:t> </a:t>
            </a:r>
            <a:r>
              <a:rPr spc="-20" dirty="0">
                <a:latin typeface="Arial MT"/>
                <a:cs typeface="Arial MT"/>
              </a:rPr>
              <a:t>area </a:t>
            </a:r>
            <a:r>
              <a:rPr dirty="0">
                <a:latin typeface="Arial MT"/>
                <a:cs typeface="Arial MT"/>
              </a:rPr>
              <a:t>for</a:t>
            </a:r>
            <a:r>
              <a:rPr spc="-40" dirty="0">
                <a:latin typeface="Arial MT"/>
                <a:cs typeface="Arial MT"/>
              </a:rPr>
              <a:t> </a:t>
            </a:r>
            <a:r>
              <a:rPr dirty="0">
                <a:latin typeface="Arial MT"/>
                <a:cs typeface="Arial MT"/>
              </a:rPr>
              <a:t>a</a:t>
            </a:r>
            <a:r>
              <a:rPr spc="10" dirty="0">
                <a:latin typeface="Arial MT"/>
                <a:cs typeface="Arial MT"/>
              </a:rPr>
              <a:t> </a:t>
            </a:r>
            <a:r>
              <a:rPr dirty="0">
                <a:latin typeface="Arial MT"/>
                <a:cs typeface="Arial MT"/>
              </a:rPr>
              <a:t>number</a:t>
            </a:r>
            <a:r>
              <a:rPr spc="-35" dirty="0">
                <a:latin typeface="Arial MT"/>
                <a:cs typeface="Arial MT"/>
              </a:rPr>
              <a:t> </a:t>
            </a:r>
            <a:r>
              <a:rPr dirty="0">
                <a:latin typeface="Arial MT"/>
                <a:cs typeface="Arial MT"/>
              </a:rPr>
              <a:t>of</a:t>
            </a:r>
            <a:r>
              <a:rPr spc="-15" dirty="0">
                <a:latin typeface="Arial MT"/>
                <a:cs typeface="Arial MT"/>
              </a:rPr>
              <a:t> </a:t>
            </a:r>
            <a:r>
              <a:rPr dirty="0">
                <a:latin typeface="Arial MT"/>
                <a:cs typeface="Arial MT"/>
              </a:rPr>
              <a:t>agents</a:t>
            </a:r>
            <a:r>
              <a:rPr spc="-25" dirty="0">
                <a:latin typeface="Arial MT"/>
                <a:cs typeface="Arial MT"/>
              </a:rPr>
              <a:t> </a:t>
            </a:r>
            <a:r>
              <a:rPr dirty="0">
                <a:latin typeface="Arial MT"/>
                <a:cs typeface="Arial MT"/>
              </a:rPr>
              <a:t>that</a:t>
            </a:r>
            <a:r>
              <a:rPr spc="-15" dirty="0">
                <a:latin typeface="Arial MT"/>
                <a:cs typeface="Arial MT"/>
              </a:rPr>
              <a:t> </a:t>
            </a:r>
            <a:r>
              <a:rPr spc="-20" dirty="0">
                <a:latin typeface="Arial MT"/>
                <a:cs typeface="Arial MT"/>
              </a:rPr>
              <a:t>work </a:t>
            </a:r>
            <a:r>
              <a:rPr dirty="0">
                <a:latin typeface="Arial MT"/>
                <a:cs typeface="Arial MT"/>
              </a:rPr>
              <a:t>cooperatively</a:t>
            </a:r>
            <a:r>
              <a:rPr spc="-80" dirty="0">
                <a:latin typeface="Arial MT"/>
                <a:cs typeface="Arial MT"/>
              </a:rPr>
              <a:t> </a:t>
            </a:r>
            <a:r>
              <a:rPr dirty="0">
                <a:latin typeface="Arial MT"/>
                <a:cs typeface="Arial MT"/>
              </a:rPr>
              <a:t>to</a:t>
            </a:r>
            <a:r>
              <a:rPr spc="-10" dirty="0">
                <a:latin typeface="Arial MT"/>
                <a:cs typeface="Arial MT"/>
              </a:rPr>
              <a:t> </a:t>
            </a:r>
            <a:r>
              <a:rPr dirty="0">
                <a:latin typeface="Arial MT"/>
                <a:cs typeface="Arial MT"/>
              </a:rPr>
              <a:t>solve</a:t>
            </a:r>
            <a:r>
              <a:rPr spc="-10" dirty="0">
                <a:latin typeface="Arial MT"/>
                <a:cs typeface="Arial MT"/>
              </a:rPr>
              <a:t> </a:t>
            </a:r>
            <a:r>
              <a:rPr dirty="0">
                <a:latin typeface="Arial MT"/>
                <a:cs typeface="Arial MT"/>
              </a:rPr>
              <a:t>a</a:t>
            </a:r>
            <a:r>
              <a:rPr spc="-10" dirty="0">
                <a:latin typeface="Arial MT"/>
                <a:cs typeface="Arial MT"/>
              </a:rPr>
              <a:t> </a:t>
            </a:r>
            <a:r>
              <a:rPr dirty="0">
                <a:latin typeface="Arial MT"/>
                <a:cs typeface="Arial MT"/>
              </a:rPr>
              <a:t>given</a:t>
            </a:r>
            <a:r>
              <a:rPr spc="-15" dirty="0">
                <a:latin typeface="Arial MT"/>
                <a:cs typeface="Arial MT"/>
              </a:rPr>
              <a:t> </a:t>
            </a:r>
            <a:r>
              <a:rPr spc="-10" dirty="0">
                <a:latin typeface="Arial MT"/>
                <a:cs typeface="Arial MT"/>
              </a:rPr>
              <a:t>problem</a:t>
            </a:r>
            <a:endParaRPr dirty="0">
              <a:latin typeface="Arial MT"/>
              <a:cs typeface="Arial MT"/>
            </a:endParaRPr>
          </a:p>
        </p:txBody>
      </p:sp>
      <p:pic>
        <p:nvPicPr>
          <p:cNvPr id="4" name="object 4"/>
          <p:cNvPicPr/>
          <p:nvPr/>
        </p:nvPicPr>
        <p:blipFill>
          <a:blip r:embed="rId7" cstate="print"/>
          <a:stretch>
            <a:fillRect/>
          </a:stretch>
        </p:blipFill>
        <p:spPr>
          <a:xfrm>
            <a:off x="7610589" y="1295454"/>
            <a:ext cx="2249691" cy="2058843"/>
          </a:xfrm>
          <a:prstGeom prst="rect">
            <a:avLst/>
          </a:prstGeom>
        </p:spPr>
      </p:pic>
      <p:sp>
        <p:nvSpPr>
          <p:cNvPr id="5" name="object 5"/>
          <p:cNvSpPr txBox="1"/>
          <p:nvPr/>
        </p:nvSpPr>
        <p:spPr>
          <a:xfrm>
            <a:off x="7610589" y="3429000"/>
            <a:ext cx="2332990" cy="361315"/>
          </a:xfrm>
          <a:prstGeom prst="rect">
            <a:avLst/>
          </a:prstGeom>
        </p:spPr>
        <p:txBody>
          <a:bodyPr vert="horz" wrap="square" lIns="0" tIns="13335" rIns="0" bIns="0" rtlCol="0">
            <a:spAutoFit/>
          </a:bodyPr>
          <a:lstStyle/>
          <a:p>
            <a:pPr marL="12700" marR="5080">
              <a:spcBef>
                <a:spcPts val="105"/>
              </a:spcBef>
            </a:pPr>
            <a:r>
              <a:rPr sz="1100" dirty="0">
                <a:latin typeface="Arial MT"/>
                <a:cs typeface="Arial MT"/>
              </a:rPr>
              <a:t>The</a:t>
            </a:r>
            <a:r>
              <a:rPr sz="1100" spc="-40" dirty="0">
                <a:latin typeface="Arial MT"/>
                <a:cs typeface="Arial MT"/>
              </a:rPr>
              <a:t> </a:t>
            </a:r>
            <a:r>
              <a:rPr sz="1100" dirty="0">
                <a:latin typeface="Arial MT"/>
                <a:cs typeface="Arial MT"/>
              </a:rPr>
              <a:t>blackboard</a:t>
            </a:r>
            <a:r>
              <a:rPr sz="1100" spc="-60" dirty="0">
                <a:latin typeface="Arial MT"/>
                <a:cs typeface="Arial MT"/>
              </a:rPr>
              <a:t> </a:t>
            </a:r>
            <a:r>
              <a:rPr sz="1100" dirty="0">
                <a:latin typeface="Arial MT"/>
                <a:cs typeface="Arial MT"/>
              </a:rPr>
              <a:t>architecture</a:t>
            </a:r>
            <a:r>
              <a:rPr sz="1100" spc="-80" dirty="0">
                <a:latin typeface="Arial MT"/>
                <a:cs typeface="Arial MT"/>
              </a:rPr>
              <a:t> </a:t>
            </a:r>
            <a:r>
              <a:rPr sz="1100" spc="-10" dirty="0">
                <a:latin typeface="Arial MT"/>
                <a:cs typeface="Arial MT"/>
              </a:rPr>
              <a:t>supports multi-</a:t>
            </a:r>
            <a:r>
              <a:rPr sz="1100" dirty="0">
                <a:latin typeface="Arial MT"/>
                <a:cs typeface="Arial MT"/>
              </a:rPr>
              <a:t>agent</a:t>
            </a:r>
            <a:r>
              <a:rPr sz="1100" spc="-60" dirty="0">
                <a:latin typeface="Arial MT"/>
                <a:cs typeface="Arial MT"/>
              </a:rPr>
              <a:t> </a:t>
            </a:r>
            <a:r>
              <a:rPr sz="1100" dirty="0">
                <a:latin typeface="Arial MT"/>
                <a:cs typeface="Arial MT"/>
              </a:rPr>
              <a:t>problem</a:t>
            </a:r>
            <a:r>
              <a:rPr sz="1100" spc="-20" dirty="0">
                <a:latin typeface="Arial MT"/>
                <a:cs typeface="Arial MT"/>
              </a:rPr>
              <a:t> </a:t>
            </a:r>
            <a:r>
              <a:rPr sz="1100" spc="-10" dirty="0">
                <a:latin typeface="Arial MT"/>
                <a:cs typeface="Arial MT"/>
              </a:rPr>
              <a:t>solving.</a:t>
            </a:r>
            <a:endParaRPr sz="1100" dirty="0">
              <a:latin typeface="Arial MT"/>
              <a:cs typeface="Arial MT"/>
            </a:endParaRPr>
          </a:p>
        </p:txBody>
      </p:sp>
      <p:sp>
        <p:nvSpPr>
          <p:cNvPr id="6" name="object 6"/>
          <p:cNvSpPr txBox="1"/>
          <p:nvPr/>
        </p:nvSpPr>
        <p:spPr>
          <a:xfrm>
            <a:off x="441810" y="3703101"/>
            <a:ext cx="5180330" cy="2832735"/>
          </a:xfrm>
          <a:prstGeom prst="rect">
            <a:avLst/>
          </a:prstGeom>
        </p:spPr>
        <p:txBody>
          <a:bodyPr vert="horz" wrap="square" lIns="0" tIns="73660" rIns="0" bIns="0" rtlCol="0">
            <a:spAutoFit/>
          </a:bodyPr>
          <a:lstStyle/>
          <a:p>
            <a:pPr marL="344170" marR="235585" indent="-344170" algn="r">
              <a:spcBef>
                <a:spcPts val="580"/>
              </a:spcBef>
              <a:buChar char="•"/>
              <a:tabLst>
                <a:tab pos="344170" algn="l"/>
              </a:tabLst>
            </a:pPr>
            <a:r>
              <a:rPr sz="2000" spc="-20" dirty="0">
                <a:latin typeface="Arial MT"/>
                <a:cs typeface="Arial MT"/>
              </a:rPr>
              <a:t>Belief-</a:t>
            </a:r>
            <a:r>
              <a:rPr sz="2000" spc="-10" dirty="0">
                <a:latin typeface="Arial MT"/>
                <a:cs typeface="Arial MT"/>
              </a:rPr>
              <a:t>Desire-</a:t>
            </a:r>
            <a:r>
              <a:rPr sz="2000" dirty="0">
                <a:latin typeface="Arial MT"/>
                <a:cs typeface="Arial MT"/>
              </a:rPr>
              <a:t>Intention</a:t>
            </a:r>
            <a:r>
              <a:rPr sz="2000" spc="25" dirty="0">
                <a:latin typeface="Arial MT"/>
                <a:cs typeface="Arial MT"/>
              </a:rPr>
              <a:t> </a:t>
            </a:r>
            <a:r>
              <a:rPr sz="2000" spc="-10" dirty="0">
                <a:latin typeface="Arial MT"/>
                <a:cs typeface="Arial MT"/>
              </a:rPr>
              <a:t>(BDI)</a:t>
            </a:r>
            <a:r>
              <a:rPr sz="2000" spc="-130" dirty="0">
                <a:latin typeface="Arial MT"/>
                <a:cs typeface="Arial MT"/>
              </a:rPr>
              <a:t> </a:t>
            </a:r>
            <a:r>
              <a:rPr sz="2000" spc="-10" dirty="0">
                <a:latin typeface="Arial MT"/>
                <a:cs typeface="Arial MT"/>
              </a:rPr>
              <a:t>Architecture</a:t>
            </a:r>
            <a:endParaRPr sz="2000" dirty="0">
              <a:latin typeface="Arial MT"/>
              <a:cs typeface="Arial MT"/>
            </a:endParaRPr>
          </a:p>
          <a:p>
            <a:pPr marL="344170" marR="196215" lvl="1" indent="-344170" algn="r">
              <a:spcBef>
                <a:spcPts val="440"/>
              </a:spcBef>
              <a:buChar char="•"/>
              <a:tabLst>
                <a:tab pos="344170" algn="l"/>
              </a:tabLst>
            </a:pPr>
            <a:r>
              <a:rPr dirty="0">
                <a:latin typeface="Arial MT"/>
                <a:cs typeface="Arial MT"/>
              </a:rPr>
              <a:t>follows</a:t>
            </a:r>
            <a:r>
              <a:rPr spc="-35" dirty="0">
                <a:latin typeface="Arial MT"/>
                <a:cs typeface="Arial MT"/>
              </a:rPr>
              <a:t> </a:t>
            </a:r>
            <a:r>
              <a:rPr dirty="0">
                <a:latin typeface="Arial MT"/>
                <a:cs typeface="Arial MT"/>
              </a:rPr>
              <a:t>the</a:t>
            </a:r>
            <a:r>
              <a:rPr spc="-15" dirty="0">
                <a:latin typeface="Arial MT"/>
                <a:cs typeface="Arial MT"/>
              </a:rPr>
              <a:t> </a:t>
            </a:r>
            <a:r>
              <a:rPr dirty="0">
                <a:latin typeface="Arial MT"/>
                <a:cs typeface="Arial MT"/>
              </a:rPr>
              <a:t>theory</a:t>
            </a:r>
            <a:r>
              <a:rPr spc="-30" dirty="0">
                <a:latin typeface="Arial MT"/>
                <a:cs typeface="Arial MT"/>
              </a:rPr>
              <a:t> </a:t>
            </a:r>
            <a:r>
              <a:rPr dirty="0">
                <a:latin typeface="Arial MT"/>
                <a:cs typeface="Arial MT"/>
              </a:rPr>
              <a:t>of</a:t>
            </a:r>
            <a:r>
              <a:rPr spc="5" dirty="0">
                <a:latin typeface="Arial MT"/>
                <a:cs typeface="Arial MT"/>
              </a:rPr>
              <a:t> </a:t>
            </a:r>
            <a:r>
              <a:rPr dirty="0">
                <a:latin typeface="Arial MT"/>
                <a:cs typeface="Arial MT"/>
              </a:rPr>
              <a:t>human</a:t>
            </a:r>
            <a:r>
              <a:rPr spc="-40" dirty="0">
                <a:latin typeface="Arial MT"/>
                <a:cs typeface="Arial MT"/>
              </a:rPr>
              <a:t> </a:t>
            </a:r>
            <a:r>
              <a:rPr dirty="0">
                <a:latin typeface="Arial MT"/>
                <a:cs typeface="Arial MT"/>
              </a:rPr>
              <a:t>reasoning</a:t>
            </a:r>
            <a:r>
              <a:rPr spc="-60" dirty="0">
                <a:latin typeface="Arial MT"/>
                <a:cs typeface="Arial MT"/>
              </a:rPr>
              <a:t> </a:t>
            </a:r>
            <a:r>
              <a:rPr spc="-25" dirty="0">
                <a:latin typeface="Arial MT"/>
                <a:cs typeface="Arial MT"/>
              </a:rPr>
              <a:t>as</a:t>
            </a:r>
            <a:endParaRPr dirty="0">
              <a:latin typeface="Arial MT"/>
              <a:cs typeface="Arial MT"/>
            </a:endParaRPr>
          </a:p>
          <a:p>
            <a:pPr marL="814069"/>
            <a:r>
              <a:rPr dirty="0">
                <a:latin typeface="Arial MT"/>
                <a:cs typeface="Arial MT"/>
              </a:rPr>
              <a:t>defined</a:t>
            </a:r>
            <a:r>
              <a:rPr spc="-60" dirty="0">
                <a:latin typeface="Arial MT"/>
                <a:cs typeface="Arial MT"/>
              </a:rPr>
              <a:t> </a:t>
            </a:r>
            <a:r>
              <a:rPr dirty="0">
                <a:latin typeface="Arial MT"/>
                <a:cs typeface="Arial MT"/>
              </a:rPr>
              <a:t>by</a:t>
            </a:r>
            <a:r>
              <a:rPr spc="-10" dirty="0">
                <a:latin typeface="Arial MT"/>
                <a:cs typeface="Arial MT"/>
              </a:rPr>
              <a:t> </a:t>
            </a:r>
            <a:r>
              <a:rPr dirty="0">
                <a:latin typeface="Arial MT"/>
                <a:cs typeface="Arial MT"/>
              </a:rPr>
              <a:t>Michael</a:t>
            </a:r>
            <a:r>
              <a:rPr spc="-5" dirty="0">
                <a:latin typeface="Arial MT"/>
                <a:cs typeface="Arial MT"/>
              </a:rPr>
              <a:t> </a:t>
            </a:r>
            <a:r>
              <a:rPr spc="-10" dirty="0">
                <a:latin typeface="Arial MT"/>
                <a:cs typeface="Arial MT"/>
              </a:rPr>
              <a:t>Bratman.</a:t>
            </a:r>
            <a:endParaRPr dirty="0">
              <a:latin typeface="Arial MT"/>
              <a:cs typeface="Arial MT"/>
            </a:endParaRPr>
          </a:p>
          <a:p>
            <a:pPr marL="1271270" marR="375285" lvl="2" indent="-344805">
              <a:spcBef>
                <a:spcPts val="350"/>
              </a:spcBef>
              <a:buChar char="•"/>
              <a:tabLst>
                <a:tab pos="1271270" algn="l"/>
              </a:tabLst>
            </a:pPr>
            <a:r>
              <a:rPr sz="1400" dirty="0">
                <a:latin typeface="Arial MT"/>
                <a:cs typeface="Arial MT"/>
              </a:rPr>
              <a:t>Belief</a:t>
            </a:r>
            <a:r>
              <a:rPr sz="1400" spc="-60" dirty="0">
                <a:latin typeface="Arial MT"/>
                <a:cs typeface="Arial MT"/>
              </a:rPr>
              <a:t> </a:t>
            </a:r>
            <a:r>
              <a:rPr sz="1400" dirty="0">
                <a:latin typeface="Arial MT"/>
                <a:cs typeface="Arial MT"/>
              </a:rPr>
              <a:t>represents</a:t>
            </a:r>
            <a:r>
              <a:rPr sz="1400" spc="5" dirty="0">
                <a:latin typeface="Arial MT"/>
                <a:cs typeface="Arial MT"/>
              </a:rPr>
              <a:t> </a:t>
            </a:r>
            <a:r>
              <a:rPr sz="1400" dirty="0">
                <a:latin typeface="Arial MT"/>
                <a:cs typeface="Arial MT"/>
              </a:rPr>
              <a:t>the</a:t>
            </a:r>
            <a:r>
              <a:rPr sz="1400" spc="-65" dirty="0">
                <a:latin typeface="Arial MT"/>
                <a:cs typeface="Arial MT"/>
              </a:rPr>
              <a:t> </a:t>
            </a:r>
            <a:r>
              <a:rPr sz="1400" dirty="0">
                <a:latin typeface="Arial MT"/>
                <a:cs typeface="Arial MT"/>
              </a:rPr>
              <a:t>view</a:t>
            </a:r>
            <a:r>
              <a:rPr sz="1400" spc="-35" dirty="0">
                <a:latin typeface="Arial MT"/>
                <a:cs typeface="Arial MT"/>
              </a:rPr>
              <a:t> </a:t>
            </a:r>
            <a:r>
              <a:rPr sz="1400" dirty="0">
                <a:latin typeface="Arial MT"/>
                <a:cs typeface="Arial MT"/>
              </a:rPr>
              <a:t>of</a:t>
            </a:r>
            <a:r>
              <a:rPr sz="1400" spc="-40" dirty="0">
                <a:latin typeface="Arial MT"/>
                <a:cs typeface="Arial MT"/>
              </a:rPr>
              <a:t> </a:t>
            </a:r>
            <a:r>
              <a:rPr sz="1400" dirty="0">
                <a:latin typeface="Arial MT"/>
                <a:cs typeface="Arial MT"/>
              </a:rPr>
              <a:t>the</a:t>
            </a:r>
            <a:r>
              <a:rPr sz="1400" spc="-40" dirty="0">
                <a:latin typeface="Arial MT"/>
                <a:cs typeface="Arial MT"/>
              </a:rPr>
              <a:t> </a:t>
            </a:r>
            <a:r>
              <a:rPr sz="1400" dirty="0">
                <a:latin typeface="Arial MT"/>
                <a:cs typeface="Arial MT"/>
              </a:rPr>
              <a:t>world</a:t>
            </a:r>
            <a:r>
              <a:rPr sz="1400" spc="-20" dirty="0">
                <a:latin typeface="Arial MT"/>
                <a:cs typeface="Arial MT"/>
              </a:rPr>
              <a:t> </a:t>
            </a:r>
            <a:r>
              <a:rPr sz="1400" dirty="0">
                <a:latin typeface="Arial MT"/>
                <a:cs typeface="Arial MT"/>
              </a:rPr>
              <a:t>by</a:t>
            </a:r>
            <a:r>
              <a:rPr sz="1400" spc="-40" dirty="0">
                <a:latin typeface="Arial MT"/>
                <a:cs typeface="Arial MT"/>
              </a:rPr>
              <a:t> </a:t>
            </a:r>
            <a:r>
              <a:rPr sz="1400" spc="-25" dirty="0">
                <a:latin typeface="Arial MT"/>
                <a:cs typeface="Arial MT"/>
              </a:rPr>
              <a:t>the </a:t>
            </a:r>
            <a:r>
              <a:rPr sz="1400" dirty="0">
                <a:latin typeface="Arial MT"/>
                <a:cs typeface="Arial MT"/>
              </a:rPr>
              <a:t>agent</a:t>
            </a:r>
            <a:r>
              <a:rPr sz="1400" spc="-55" dirty="0">
                <a:latin typeface="Arial MT"/>
                <a:cs typeface="Arial MT"/>
              </a:rPr>
              <a:t> </a:t>
            </a:r>
            <a:r>
              <a:rPr sz="1400" dirty="0">
                <a:latin typeface="Arial MT"/>
                <a:cs typeface="Arial MT"/>
              </a:rPr>
              <a:t>(what</a:t>
            </a:r>
            <a:r>
              <a:rPr sz="1400" spc="5" dirty="0">
                <a:latin typeface="Arial MT"/>
                <a:cs typeface="Arial MT"/>
              </a:rPr>
              <a:t> </a:t>
            </a:r>
            <a:r>
              <a:rPr sz="1400" dirty="0">
                <a:latin typeface="Arial MT"/>
                <a:cs typeface="Arial MT"/>
              </a:rPr>
              <a:t>it</a:t>
            </a:r>
            <a:r>
              <a:rPr sz="1400" spc="-55" dirty="0">
                <a:latin typeface="Arial MT"/>
                <a:cs typeface="Arial MT"/>
              </a:rPr>
              <a:t> </a:t>
            </a:r>
            <a:r>
              <a:rPr sz="1400" dirty="0">
                <a:latin typeface="Arial MT"/>
                <a:cs typeface="Arial MT"/>
              </a:rPr>
              <a:t>believes</a:t>
            </a:r>
            <a:r>
              <a:rPr sz="1400" spc="-10" dirty="0">
                <a:latin typeface="Arial MT"/>
                <a:cs typeface="Arial MT"/>
              </a:rPr>
              <a:t> </a:t>
            </a:r>
            <a:r>
              <a:rPr sz="1400" dirty="0">
                <a:latin typeface="Arial MT"/>
                <a:cs typeface="Arial MT"/>
              </a:rPr>
              <a:t>to</a:t>
            </a:r>
            <a:r>
              <a:rPr sz="1400" spc="-55" dirty="0">
                <a:latin typeface="Arial MT"/>
                <a:cs typeface="Arial MT"/>
              </a:rPr>
              <a:t> </a:t>
            </a:r>
            <a:r>
              <a:rPr sz="1400" dirty="0">
                <a:latin typeface="Arial MT"/>
                <a:cs typeface="Arial MT"/>
              </a:rPr>
              <a:t>be</a:t>
            </a:r>
            <a:r>
              <a:rPr sz="1400" spc="-40" dirty="0">
                <a:latin typeface="Arial MT"/>
                <a:cs typeface="Arial MT"/>
              </a:rPr>
              <a:t> </a:t>
            </a:r>
            <a:r>
              <a:rPr sz="1400" dirty="0">
                <a:latin typeface="Arial MT"/>
                <a:cs typeface="Arial MT"/>
              </a:rPr>
              <a:t>the</a:t>
            </a:r>
            <a:r>
              <a:rPr sz="1400" spc="-35" dirty="0">
                <a:latin typeface="Arial MT"/>
                <a:cs typeface="Arial MT"/>
              </a:rPr>
              <a:t> </a:t>
            </a:r>
            <a:r>
              <a:rPr sz="1400" dirty="0">
                <a:latin typeface="Arial MT"/>
                <a:cs typeface="Arial MT"/>
              </a:rPr>
              <a:t>state</a:t>
            </a:r>
            <a:r>
              <a:rPr sz="1400" spc="-35" dirty="0">
                <a:latin typeface="Arial MT"/>
                <a:cs typeface="Arial MT"/>
              </a:rPr>
              <a:t> </a:t>
            </a:r>
            <a:r>
              <a:rPr sz="1400" dirty="0">
                <a:latin typeface="Arial MT"/>
                <a:cs typeface="Arial MT"/>
              </a:rPr>
              <a:t>of</a:t>
            </a:r>
            <a:r>
              <a:rPr sz="1400" spc="-35" dirty="0">
                <a:latin typeface="Arial MT"/>
                <a:cs typeface="Arial MT"/>
              </a:rPr>
              <a:t> </a:t>
            </a:r>
            <a:r>
              <a:rPr sz="1400" spc="-25" dirty="0">
                <a:latin typeface="Arial MT"/>
                <a:cs typeface="Arial MT"/>
              </a:rPr>
              <a:t>the </a:t>
            </a:r>
            <a:r>
              <a:rPr sz="1400" spc="-10" dirty="0">
                <a:latin typeface="Arial MT"/>
                <a:cs typeface="Arial MT"/>
              </a:rPr>
              <a:t>environment</a:t>
            </a:r>
            <a:r>
              <a:rPr sz="1400" spc="-20" dirty="0">
                <a:latin typeface="Arial MT"/>
                <a:cs typeface="Arial MT"/>
              </a:rPr>
              <a:t> </a:t>
            </a:r>
            <a:r>
              <a:rPr sz="1400" dirty="0">
                <a:latin typeface="Arial MT"/>
                <a:cs typeface="Arial MT"/>
              </a:rPr>
              <a:t>in</a:t>
            </a:r>
            <a:r>
              <a:rPr sz="1400" spc="-45" dirty="0">
                <a:latin typeface="Arial MT"/>
                <a:cs typeface="Arial MT"/>
              </a:rPr>
              <a:t> </a:t>
            </a:r>
            <a:r>
              <a:rPr sz="1400" dirty="0">
                <a:latin typeface="Arial MT"/>
                <a:cs typeface="Arial MT"/>
              </a:rPr>
              <a:t>which</a:t>
            </a:r>
            <a:r>
              <a:rPr sz="1400" spc="25" dirty="0">
                <a:latin typeface="Arial MT"/>
                <a:cs typeface="Arial MT"/>
              </a:rPr>
              <a:t> </a:t>
            </a:r>
            <a:r>
              <a:rPr sz="1400" dirty="0">
                <a:latin typeface="Arial MT"/>
                <a:cs typeface="Arial MT"/>
              </a:rPr>
              <a:t>it</a:t>
            </a:r>
            <a:r>
              <a:rPr sz="1400" spc="-40" dirty="0">
                <a:latin typeface="Arial MT"/>
                <a:cs typeface="Arial MT"/>
              </a:rPr>
              <a:t> </a:t>
            </a:r>
            <a:r>
              <a:rPr sz="1400" spc="-10" dirty="0">
                <a:latin typeface="Arial MT"/>
                <a:cs typeface="Arial MT"/>
              </a:rPr>
              <a:t>exists).</a:t>
            </a:r>
            <a:endParaRPr sz="1400" dirty="0">
              <a:latin typeface="Arial MT"/>
              <a:cs typeface="Arial MT"/>
            </a:endParaRPr>
          </a:p>
          <a:p>
            <a:pPr marL="1271270" marR="5080" lvl="2" indent="-344805">
              <a:spcBef>
                <a:spcPts val="335"/>
              </a:spcBef>
              <a:buChar char="•"/>
              <a:tabLst>
                <a:tab pos="1271270" algn="l"/>
              </a:tabLst>
            </a:pPr>
            <a:r>
              <a:rPr sz="1400" dirty="0">
                <a:latin typeface="Arial MT"/>
                <a:cs typeface="Arial MT"/>
              </a:rPr>
              <a:t>Desires</a:t>
            </a:r>
            <a:r>
              <a:rPr sz="1400" spc="-45" dirty="0">
                <a:latin typeface="Arial MT"/>
                <a:cs typeface="Arial MT"/>
              </a:rPr>
              <a:t> </a:t>
            </a:r>
            <a:r>
              <a:rPr sz="1400" dirty="0">
                <a:latin typeface="Arial MT"/>
                <a:cs typeface="Arial MT"/>
              </a:rPr>
              <a:t>are</a:t>
            </a:r>
            <a:r>
              <a:rPr sz="1400" spc="-50" dirty="0">
                <a:latin typeface="Arial MT"/>
                <a:cs typeface="Arial MT"/>
              </a:rPr>
              <a:t> </a:t>
            </a:r>
            <a:r>
              <a:rPr sz="1400" dirty="0">
                <a:latin typeface="Arial MT"/>
                <a:cs typeface="Arial MT"/>
              </a:rPr>
              <a:t>the</a:t>
            </a:r>
            <a:r>
              <a:rPr sz="1400" spc="-70" dirty="0">
                <a:latin typeface="Arial MT"/>
                <a:cs typeface="Arial MT"/>
              </a:rPr>
              <a:t> </a:t>
            </a:r>
            <a:r>
              <a:rPr sz="1400" dirty="0">
                <a:latin typeface="Arial MT"/>
                <a:cs typeface="Arial MT"/>
              </a:rPr>
              <a:t>goals</a:t>
            </a:r>
            <a:r>
              <a:rPr sz="1400" spc="-30" dirty="0">
                <a:latin typeface="Arial MT"/>
                <a:cs typeface="Arial MT"/>
              </a:rPr>
              <a:t> </a:t>
            </a:r>
            <a:r>
              <a:rPr sz="1400" dirty="0">
                <a:latin typeface="Arial MT"/>
                <a:cs typeface="Arial MT"/>
              </a:rPr>
              <a:t>that</a:t>
            </a:r>
            <a:r>
              <a:rPr sz="1400" spc="-45" dirty="0">
                <a:latin typeface="Arial MT"/>
                <a:cs typeface="Arial MT"/>
              </a:rPr>
              <a:t> </a:t>
            </a:r>
            <a:r>
              <a:rPr sz="1400" dirty="0">
                <a:latin typeface="Arial MT"/>
                <a:cs typeface="Arial MT"/>
              </a:rPr>
              <a:t>define</a:t>
            </a:r>
            <a:r>
              <a:rPr sz="1400" spc="-50" dirty="0">
                <a:latin typeface="Arial MT"/>
                <a:cs typeface="Arial MT"/>
              </a:rPr>
              <a:t> </a:t>
            </a:r>
            <a:r>
              <a:rPr sz="1400" dirty="0">
                <a:latin typeface="Arial MT"/>
                <a:cs typeface="Arial MT"/>
              </a:rPr>
              <a:t>the</a:t>
            </a:r>
            <a:r>
              <a:rPr sz="1400" spc="-50" dirty="0">
                <a:latin typeface="Arial MT"/>
                <a:cs typeface="Arial MT"/>
              </a:rPr>
              <a:t> </a:t>
            </a:r>
            <a:r>
              <a:rPr sz="1400" dirty="0">
                <a:latin typeface="Arial MT"/>
                <a:cs typeface="Arial MT"/>
              </a:rPr>
              <a:t>motivation</a:t>
            </a:r>
            <a:r>
              <a:rPr sz="1400" spc="-45" dirty="0">
                <a:latin typeface="Arial MT"/>
                <a:cs typeface="Arial MT"/>
              </a:rPr>
              <a:t> </a:t>
            </a:r>
            <a:r>
              <a:rPr sz="1400" spc="-25" dirty="0">
                <a:latin typeface="Arial MT"/>
                <a:cs typeface="Arial MT"/>
              </a:rPr>
              <a:t>of </a:t>
            </a:r>
            <a:r>
              <a:rPr sz="1400" dirty="0">
                <a:latin typeface="Arial MT"/>
                <a:cs typeface="Arial MT"/>
              </a:rPr>
              <a:t>the</a:t>
            </a:r>
            <a:r>
              <a:rPr sz="1400" spc="-65" dirty="0">
                <a:latin typeface="Arial MT"/>
                <a:cs typeface="Arial MT"/>
              </a:rPr>
              <a:t> </a:t>
            </a:r>
            <a:r>
              <a:rPr sz="1400" dirty="0">
                <a:latin typeface="Arial MT"/>
                <a:cs typeface="Arial MT"/>
              </a:rPr>
              <a:t>agent</a:t>
            </a:r>
            <a:r>
              <a:rPr sz="1400" spc="-35" dirty="0">
                <a:latin typeface="Arial MT"/>
                <a:cs typeface="Arial MT"/>
              </a:rPr>
              <a:t> </a:t>
            </a:r>
            <a:r>
              <a:rPr sz="1400" dirty="0">
                <a:latin typeface="Arial MT"/>
                <a:cs typeface="Arial MT"/>
              </a:rPr>
              <a:t>(what</a:t>
            </a:r>
            <a:r>
              <a:rPr sz="1400" spc="5" dirty="0">
                <a:latin typeface="Arial MT"/>
                <a:cs typeface="Arial MT"/>
              </a:rPr>
              <a:t> </a:t>
            </a:r>
            <a:r>
              <a:rPr sz="1400" dirty="0">
                <a:latin typeface="Arial MT"/>
                <a:cs typeface="Arial MT"/>
              </a:rPr>
              <a:t>it</a:t>
            </a:r>
            <a:r>
              <a:rPr sz="1400" spc="-60" dirty="0">
                <a:latin typeface="Arial MT"/>
                <a:cs typeface="Arial MT"/>
              </a:rPr>
              <a:t> </a:t>
            </a:r>
            <a:r>
              <a:rPr sz="1400" dirty="0">
                <a:latin typeface="Arial MT"/>
                <a:cs typeface="Arial MT"/>
              </a:rPr>
              <a:t>wants</a:t>
            </a:r>
            <a:r>
              <a:rPr sz="1400" spc="-15" dirty="0">
                <a:latin typeface="Arial MT"/>
                <a:cs typeface="Arial MT"/>
              </a:rPr>
              <a:t> </a:t>
            </a:r>
            <a:r>
              <a:rPr sz="1400" dirty="0">
                <a:latin typeface="Arial MT"/>
                <a:cs typeface="Arial MT"/>
              </a:rPr>
              <a:t>to</a:t>
            </a:r>
            <a:r>
              <a:rPr sz="1400" spc="-40" dirty="0">
                <a:latin typeface="Arial MT"/>
                <a:cs typeface="Arial MT"/>
              </a:rPr>
              <a:t> </a:t>
            </a:r>
            <a:r>
              <a:rPr sz="1400" spc="-10" dirty="0">
                <a:latin typeface="Arial MT"/>
                <a:cs typeface="Arial MT"/>
              </a:rPr>
              <a:t>achieve).</a:t>
            </a:r>
            <a:endParaRPr sz="1400" dirty="0">
              <a:latin typeface="Arial MT"/>
              <a:cs typeface="Arial MT"/>
            </a:endParaRPr>
          </a:p>
          <a:p>
            <a:pPr marL="1271270" marR="102235" lvl="2" indent="-344805">
              <a:spcBef>
                <a:spcPts val="340"/>
              </a:spcBef>
              <a:buChar char="•"/>
              <a:tabLst>
                <a:tab pos="1271270" algn="l"/>
              </a:tabLst>
            </a:pPr>
            <a:r>
              <a:rPr sz="1400" spc="-10" dirty="0">
                <a:latin typeface="Arial MT"/>
                <a:cs typeface="Arial MT"/>
              </a:rPr>
              <a:t>Intentions</a:t>
            </a:r>
            <a:r>
              <a:rPr sz="1400" spc="-20" dirty="0">
                <a:latin typeface="Arial MT"/>
                <a:cs typeface="Arial MT"/>
              </a:rPr>
              <a:t> </a:t>
            </a:r>
            <a:r>
              <a:rPr sz="1400" dirty="0">
                <a:latin typeface="Arial MT"/>
                <a:cs typeface="Arial MT"/>
              </a:rPr>
              <a:t>specify</a:t>
            </a:r>
            <a:r>
              <a:rPr sz="1400" spc="-15" dirty="0">
                <a:latin typeface="Arial MT"/>
                <a:cs typeface="Arial MT"/>
              </a:rPr>
              <a:t> </a:t>
            </a:r>
            <a:r>
              <a:rPr sz="1400" dirty="0">
                <a:latin typeface="Arial MT"/>
                <a:cs typeface="Arial MT"/>
              </a:rPr>
              <a:t>that</a:t>
            </a:r>
            <a:r>
              <a:rPr sz="1400" spc="-45" dirty="0">
                <a:latin typeface="Arial MT"/>
                <a:cs typeface="Arial MT"/>
              </a:rPr>
              <a:t> </a:t>
            </a:r>
            <a:r>
              <a:rPr sz="1400" dirty="0">
                <a:latin typeface="Arial MT"/>
                <a:cs typeface="Arial MT"/>
              </a:rPr>
              <a:t>the</a:t>
            </a:r>
            <a:r>
              <a:rPr sz="1400" spc="-40" dirty="0">
                <a:latin typeface="Arial MT"/>
                <a:cs typeface="Arial MT"/>
              </a:rPr>
              <a:t> </a:t>
            </a:r>
            <a:r>
              <a:rPr sz="1400" dirty="0">
                <a:latin typeface="Arial MT"/>
                <a:cs typeface="Arial MT"/>
              </a:rPr>
              <a:t>agent</a:t>
            </a:r>
            <a:r>
              <a:rPr sz="1400" spc="-40" dirty="0">
                <a:latin typeface="Arial MT"/>
                <a:cs typeface="Arial MT"/>
              </a:rPr>
              <a:t> </a:t>
            </a:r>
            <a:r>
              <a:rPr sz="1400" dirty="0">
                <a:latin typeface="Arial MT"/>
                <a:cs typeface="Arial MT"/>
              </a:rPr>
              <a:t>uses</a:t>
            </a:r>
            <a:r>
              <a:rPr sz="1400" spc="-40" dirty="0">
                <a:latin typeface="Arial MT"/>
                <a:cs typeface="Arial MT"/>
              </a:rPr>
              <a:t> </a:t>
            </a:r>
            <a:r>
              <a:rPr sz="1400" dirty="0">
                <a:latin typeface="Arial MT"/>
                <a:cs typeface="Arial MT"/>
              </a:rPr>
              <a:t>the</a:t>
            </a:r>
            <a:r>
              <a:rPr sz="1400" spc="-40" dirty="0">
                <a:latin typeface="Arial MT"/>
                <a:cs typeface="Arial MT"/>
              </a:rPr>
              <a:t> </a:t>
            </a:r>
            <a:r>
              <a:rPr sz="1400" spc="-10" dirty="0">
                <a:latin typeface="Arial MT"/>
                <a:cs typeface="Arial MT"/>
              </a:rPr>
              <a:t>Beliefs </a:t>
            </a:r>
            <a:r>
              <a:rPr sz="1400" dirty="0">
                <a:latin typeface="Arial MT"/>
                <a:cs typeface="Arial MT"/>
              </a:rPr>
              <a:t>and</a:t>
            </a:r>
            <a:r>
              <a:rPr sz="1400" spc="-60" dirty="0">
                <a:latin typeface="Arial MT"/>
                <a:cs typeface="Arial MT"/>
              </a:rPr>
              <a:t> </a:t>
            </a:r>
            <a:r>
              <a:rPr sz="1400" dirty="0">
                <a:latin typeface="Arial MT"/>
                <a:cs typeface="Arial MT"/>
              </a:rPr>
              <a:t>Desires</a:t>
            </a:r>
            <a:r>
              <a:rPr sz="1400" spc="-10" dirty="0">
                <a:latin typeface="Arial MT"/>
                <a:cs typeface="Arial MT"/>
              </a:rPr>
              <a:t> </a:t>
            </a:r>
            <a:r>
              <a:rPr sz="1400" dirty="0">
                <a:latin typeface="Arial MT"/>
                <a:cs typeface="Arial MT"/>
              </a:rPr>
              <a:t>in</a:t>
            </a:r>
            <a:r>
              <a:rPr sz="1400" spc="-55" dirty="0">
                <a:latin typeface="Arial MT"/>
                <a:cs typeface="Arial MT"/>
              </a:rPr>
              <a:t> </a:t>
            </a:r>
            <a:r>
              <a:rPr sz="1400" dirty="0">
                <a:latin typeface="Arial MT"/>
                <a:cs typeface="Arial MT"/>
              </a:rPr>
              <a:t>order</a:t>
            </a:r>
            <a:r>
              <a:rPr sz="1400" spc="-15" dirty="0">
                <a:latin typeface="Arial MT"/>
                <a:cs typeface="Arial MT"/>
              </a:rPr>
              <a:t> </a:t>
            </a:r>
            <a:r>
              <a:rPr sz="1400" dirty="0">
                <a:latin typeface="Arial MT"/>
                <a:cs typeface="Arial MT"/>
              </a:rPr>
              <a:t>to</a:t>
            </a:r>
            <a:r>
              <a:rPr sz="1400" spc="-55" dirty="0">
                <a:latin typeface="Arial MT"/>
                <a:cs typeface="Arial MT"/>
              </a:rPr>
              <a:t> </a:t>
            </a:r>
            <a:r>
              <a:rPr sz="1400" dirty="0">
                <a:latin typeface="Arial MT"/>
                <a:cs typeface="Arial MT"/>
              </a:rPr>
              <a:t>choose</a:t>
            </a:r>
            <a:r>
              <a:rPr sz="1400" spc="-15" dirty="0">
                <a:latin typeface="Arial MT"/>
                <a:cs typeface="Arial MT"/>
              </a:rPr>
              <a:t> </a:t>
            </a:r>
            <a:r>
              <a:rPr sz="1400" dirty="0">
                <a:latin typeface="Arial MT"/>
                <a:cs typeface="Arial MT"/>
              </a:rPr>
              <a:t>one</a:t>
            </a:r>
            <a:r>
              <a:rPr sz="1400" spc="-35" dirty="0">
                <a:latin typeface="Arial MT"/>
                <a:cs typeface="Arial MT"/>
              </a:rPr>
              <a:t> </a:t>
            </a:r>
            <a:r>
              <a:rPr sz="1400" dirty="0">
                <a:latin typeface="Arial MT"/>
                <a:cs typeface="Arial MT"/>
              </a:rPr>
              <a:t>or</a:t>
            </a:r>
            <a:r>
              <a:rPr sz="1400" spc="-45" dirty="0">
                <a:latin typeface="Arial MT"/>
                <a:cs typeface="Arial MT"/>
              </a:rPr>
              <a:t> </a:t>
            </a:r>
            <a:r>
              <a:rPr sz="1400" spc="-20" dirty="0">
                <a:latin typeface="Arial MT"/>
                <a:cs typeface="Arial MT"/>
              </a:rPr>
              <a:t>more </a:t>
            </a:r>
            <a:r>
              <a:rPr sz="1400" dirty="0">
                <a:latin typeface="Arial MT"/>
                <a:cs typeface="Arial MT"/>
              </a:rPr>
              <a:t>actions</a:t>
            </a:r>
            <a:r>
              <a:rPr sz="1400" spc="-30" dirty="0">
                <a:latin typeface="Arial MT"/>
                <a:cs typeface="Arial MT"/>
              </a:rPr>
              <a:t> </a:t>
            </a:r>
            <a:r>
              <a:rPr sz="1400" dirty="0">
                <a:latin typeface="Arial MT"/>
                <a:cs typeface="Arial MT"/>
              </a:rPr>
              <a:t>in</a:t>
            </a:r>
            <a:r>
              <a:rPr sz="1400" spc="-55" dirty="0">
                <a:latin typeface="Arial MT"/>
                <a:cs typeface="Arial MT"/>
              </a:rPr>
              <a:t> </a:t>
            </a:r>
            <a:r>
              <a:rPr sz="1400" dirty="0">
                <a:latin typeface="Arial MT"/>
                <a:cs typeface="Arial MT"/>
              </a:rPr>
              <a:t>order</a:t>
            </a:r>
            <a:r>
              <a:rPr sz="1400" spc="-10" dirty="0">
                <a:latin typeface="Arial MT"/>
                <a:cs typeface="Arial MT"/>
              </a:rPr>
              <a:t> </a:t>
            </a:r>
            <a:r>
              <a:rPr sz="1400" dirty="0">
                <a:latin typeface="Arial MT"/>
                <a:cs typeface="Arial MT"/>
              </a:rPr>
              <a:t>to</a:t>
            </a:r>
            <a:r>
              <a:rPr sz="1400" spc="-55" dirty="0">
                <a:latin typeface="Arial MT"/>
                <a:cs typeface="Arial MT"/>
              </a:rPr>
              <a:t> </a:t>
            </a:r>
            <a:r>
              <a:rPr sz="1400" dirty="0">
                <a:latin typeface="Arial MT"/>
                <a:cs typeface="Arial MT"/>
              </a:rPr>
              <a:t>meet</a:t>
            </a:r>
            <a:r>
              <a:rPr sz="1400" spc="-50" dirty="0">
                <a:latin typeface="Arial MT"/>
                <a:cs typeface="Arial MT"/>
              </a:rPr>
              <a:t> </a:t>
            </a:r>
            <a:r>
              <a:rPr sz="1400" dirty="0">
                <a:latin typeface="Arial MT"/>
                <a:cs typeface="Arial MT"/>
              </a:rPr>
              <a:t>the</a:t>
            </a:r>
            <a:r>
              <a:rPr sz="1400" spc="-35" dirty="0">
                <a:latin typeface="Arial MT"/>
                <a:cs typeface="Arial MT"/>
              </a:rPr>
              <a:t> </a:t>
            </a:r>
            <a:r>
              <a:rPr sz="1400" spc="-10" dirty="0">
                <a:latin typeface="Arial MT"/>
                <a:cs typeface="Arial MT"/>
              </a:rPr>
              <a:t>desires.</a:t>
            </a:r>
            <a:endParaRPr sz="1400" dirty="0">
              <a:latin typeface="Arial MT"/>
              <a:cs typeface="Arial MT"/>
            </a:endParaRPr>
          </a:p>
        </p:txBody>
      </p:sp>
      <p:pic>
        <p:nvPicPr>
          <p:cNvPr id="7" name="object 7"/>
          <p:cNvPicPr/>
          <p:nvPr/>
        </p:nvPicPr>
        <p:blipFill>
          <a:blip r:embed="rId8" cstate="print"/>
          <a:stretch>
            <a:fillRect/>
          </a:stretch>
        </p:blipFill>
        <p:spPr>
          <a:xfrm>
            <a:off x="7610613" y="4191000"/>
            <a:ext cx="2240523" cy="20574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6FDFA228-4DD5-A165-56B3-DEE0493EAC57}"/>
              </a:ext>
            </a:extLst>
          </p:cNvPr>
          <p:cNvGraphicFramePr/>
          <p:nvPr>
            <p:extLst>
              <p:ext uri="{D42A27DB-BD31-4B8C-83A1-F6EECF244321}">
                <p14:modId xmlns:p14="http://schemas.microsoft.com/office/powerpoint/2010/main" val="793744614"/>
              </p:ext>
            </p:extLst>
          </p:nvPr>
        </p:nvGraphicFramePr>
        <p:xfrm>
          <a:off x="156882" y="203035"/>
          <a:ext cx="11246224" cy="969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3"/>
          <p:cNvSpPr txBox="1"/>
          <p:nvPr/>
        </p:nvSpPr>
        <p:spPr>
          <a:xfrm>
            <a:off x="1983741" y="1299622"/>
            <a:ext cx="7733665" cy="2535555"/>
          </a:xfrm>
          <a:prstGeom prst="rect">
            <a:avLst/>
          </a:prstGeom>
        </p:spPr>
        <p:txBody>
          <a:bodyPr vert="horz" wrap="square" lIns="0" tIns="106045" rIns="0" bIns="0" rtlCol="0">
            <a:spAutoFit/>
          </a:bodyPr>
          <a:lstStyle/>
          <a:p>
            <a:pPr marL="356870" indent="-344170">
              <a:spcBef>
                <a:spcPts val="835"/>
              </a:spcBef>
              <a:buChar char="•"/>
              <a:tabLst>
                <a:tab pos="356870" algn="l"/>
              </a:tabLst>
            </a:pPr>
            <a:r>
              <a:rPr sz="2800" dirty="0">
                <a:latin typeface="Arial MT"/>
                <a:cs typeface="Arial MT"/>
              </a:rPr>
              <a:t>Hybrid</a:t>
            </a:r>
            <a:r>
              <a:rPr sz="2800" spc="-105" dirty="0">
                <a:latin typeface="Arial MT"/>
                <a:cs typeface="Arial MT"/>
              </a:rPr>
              <a:t> </a:t>
            </a:r>
            <a:r>
              <a:rPr sz="2800" spc="-10" dirty="0">
                <a:latin typeface="Arial MT"/>
                <a:cs typeface="Arial MT"/>
              </a:rPr>
              <a:t>Architectures</a:t>
            </a:r>
            <a:endParaRPr sz="2800" dirty="0">
              <a:latin typeface="Arial MT"/>
              <a:cs typeface="Arial MT"/>
            </a:endParaRPr>
          </a:p>
          <a:p>
            <a:pPr marL="1155065" marR="5080" lvl="1" indent="-228600">
              <a:spcBef>
                <a:spcPts val="515"/>
              </a:spcBef>
              <a:buChar char="•"/>
              <a:tabLst>
                <a:tab pos="1155065" algn="l"/>
              </a:tabLst>
            </a:pPr>
            <a:r>
              <a:rPr sz="2000" dirty="0">
                <a:latin typeface="Arial MT"/>
                <a:cs typeface="Arial MT"/>
              </a:rPr>
              <a:t>Based</a:t>
            </a:r>
            <a:r>
              <a:rPr sz="2000" spc="-55" dirty="0">
                <a:latin typeface="Arial MT"/>
                <a:cs typeface="Arial MT"/>
              </a:rPr>
              <a:t> </a:t>
            </a:r>
            <a:r>
              <a:rPr sz="2000" dirty="0">
                <a:latin typeface="Arial MT"/>
                <a:cs typeface="Arial MT"/>
              </a:rPr>
              <a:t>on</a:t>
            </a:r>
            <a:r>
              <a:rPr sz="2000" spc="-40"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needs</a:t>
            </a:r>
            <a:r>
              <a:rPr sz="2000" spc="-25" dirty="0">
                <a:latin typeface="Arial MT"/>
                <a:cs typeface="Arial MT"/>
              </a:rPr>
              <a:t> </a:t>
            </a:r>
            <a:r>
              <a:rPr sz="2000" dirty="0">
                <a:latin typeface="Arial MT"/>
                <a:cs typeface="Arial MT"/>
              </a:rPr>
              <a:t>of</a:t>
            </a:r>
            <a:r>
              <a:rPr sz="2000" spc="-55" dirty="0">
                <a:latin typeface="Arial MT"/>
                <a:cs typeface="Arial MT"/>
              </a:rPr>
              <a:t> </a:t>
            </a:r>
            <a:r>
              <a:rPr sz="2000" dirty="0">
                <a:latin typeface="Arial MT"/>
                <a:cs typeface="Arial MT"/>
              </a:rPr>
              <a:t>the</a:t>
            </a:r>
            <a:r>
              <a:rPr sz="2000" spc="-80" dirty="0">
                <a:latin typeface="Arial MT"/>
                <a:cs typeface="Arial MT"/>
              </a:rPr>
              <a:t> </a:t>
            </a:r>
            <a:r>
              <a:rPr sz="2000" dirty="0">
                <a:latin typeface="Arial MT"/>
                <a:cs typeface="Arial MT"/>
              </a:rPr>
              <a:t>agent</a:t>
            </a:r>
            <a:r>
              <a:rPr sz="2000" spc="-15" dirty="0">
                <a:latin typeface="Arial MT"/>
                <a:cs typeface="Arial MT"/>
              </a:rPr>
              <a:t> </a:t>
            </a:r>
            <a:r>
              <a:rPr sz="2000" dirty="0">
                <a:latin typeface="Arial MT"/>
                <a:cs typeface="Arial MT"/>
              </a:rPr>
              <a:t>system,</a:t>
            </a:r>
            <a:r>
              <a:rPr sz="2000" spc="-55" dirty="0">
                <a:latin typeface="Arial MT"/>
                <a:cs typeface="Arial MT"/>
              </a:rPr>
              <a:t> </a:t>
            </a:r>
            <a:r>
              <a:rPr sz="2000" spc="-10" dirty="0">
                <a:latin typeface="Arial MT"/>
                <a:cs typeface="Arial MT"/>
              </a:rPr>
              <a:t>different </a:t>
            </a:r>
            <a:r>
              <a:rPr sz="2000" dirty="0">
                <a:latin typeface="Arial MT"/>
                <a:cs typeface="Arial MT"/>
              </a:rPr>
              <a:t>architectural</a:t>
            </a:r>
            <a:r>
              <a:rPr sz="2000" spc="-50" dirty="0">
                <a:latin typeface="Arial MT"/>
                <a:cs typeface="Arial MT"/>
              </a:rPr>
              <a:t> </a:t>
            </a:r>
            <a:r>
              <a:rPr sz="2000" dirty="0">
                <a:latin typeface="Arial MT"/>
                <a:cs typeface="Arial MT"/>
              </a:rPr>
              <a:t>elements</a:t>
            </a:r>
            <a:r>
              <a:rPr sz="2000" spc="-40" dirty="0">
                <a:latin typeface="Arial MT"/>
                <a:cs typeface="Arial MT"/>
              </a:rPr>
              <a:t> </a:t>
            </a:r>
            <a:r>
              <a:rPr sz="2000" dirty="0">
                <a:latin typeface="Arial MT"/>
                <a:cs typeface="Arial MT"/>
              </a:rPr>
              <a:t>can</a:t>
            </a:r>
            <a:r>
              <a:rPr sz="2000" spc="-55" dirty="0">
                <a:latin typeface="Arial MT"/>
                <a:cs typeface="Arial MT"/>
              </a:rPr>
              <a:t> </a:t>
            </a:r>
            <a:r>
              <a:rPr sz="2000" dirty="0">
                <a:latin typeface="Arial MT"/>
                <a:cs typeface="Arial MT"/>
              </a:rPr>
              <a:t>be</a:t>
            </a:r>
            <a:r>
              <a:rPr sz="2000" spc="-55" dirty="0">
                <a:latin typeface="Arial MT"/>
                <a:cs typeface="Arial MT"/>
              </a:rPr>
              <a:t> </a:t>
            </a:r>
            <a:r>
              <a:rPr sz="2000" dirty="0">
                <a:latin typeface="Arial MT"/>
                <a:cs typeface="Arial MT"/>
              </a:rPr>
              <a:t>chosen</a:t>
            </a:r>
            <a:r>
              <a:rPr sz="2000" spc="-40" dirty="0">
                <a:latin typeface="Arial MT"/>
                <a:cs typeface="Arial MT"/>
              </a:rPr>
              <a:t> </a:t>
            </a:r>
            <a:r>
              <a:rPr sz="2000" dirty="0">
                <a:latin typeface="Arial MT"/>
                <a:cs typeface="Arial MT"/>
              </a:rPr>
              <a:t>to</a:t>
            </a:r>
            <a:r>
              <a:rPr sz="2000" spc="-55" dirty="0">
                <a:latin typeface="Arial MT"/>
                <a:cs typeface="Arial MT"/>
              </a:rPr>
              <a:t> </a:t>
            </a:r>
            <a:r>
              <a:rPr sz="2000" dirty="0">
                <a:latin typeface="Arial MT"/>
                <a:cs typeface="Arial MT"/>
              </a:rPr>
              <a:t>meet</a:t>
            </a:r>
            <a:r>
              <a:rPr sz="2000" spc="-80" dirty="0">
                <a:latin typeface="Arial MT"/>
                <a:cs typeface="Arial MT"/>
              </a:rPr>
              <a:t> </a:t>
            </a:r>
            <a:r>
              <a:rPr sz="2000" dirty="0">
                <a:latin typeface="Arial MT"/>
                <a:cs typeface="Arial MT"/>
              </a:rPr>
              <a:t>those</a:t>
            </a:r>
            <a:r>
              <a:rPr sz="2000" spc="-80" dirty="0">
                <a:latin typeface="Arial MT"/>
                <a:cs typeface="Arial MT"/>
              </a:rPr>
              <a:t> </a:t>
            </a:r>
            <a:r>
              <a:rPr sz="2000" spc="-10" dirty="0">
                <a:latin typeface="Arial MT"/>
                <a:cs typeface="Arial MT"/>
              </a:rPr>
              <a:t>needs</a:t>
            </a:r>
            <a:endParaRPr sz="2000" dirty="0">
              <a:latin typeface="Arial MT"/>
              <a:cs typeface="Arial MT"/>
            </a:endParaRPr>
          </a:p>
          <a:p>
            <a:pPr marL="356870" indent="-344170">
              <a:spcBef>
                <a:spcPts val="640"/>
              </a:spcBef>
              <a:buChar char="•"/>
              <a:tabLst>
                <a:tab pos="356870" algn="l"/>
              </a:tabLst>
            </a:pPr>
            <a:r>
              <a:rPr sz="2800" dirty="0">
                <a:latin typeface="Arial MT"/>
                <a:cs typeface="Arial MT"/>
              </a:rPr>
              <a:t>Mobile</a:t>
            </a:r>
            <a:r>
              <a:rPr sz="2800" spc="-100" dirty="0">
                <a:latin typeface="Arial MT"/>
                <a:cs typeface="Arial MT"/>
              </a:rPr>
              <a:t> </a:t>
            </a:r>
            <a:r>
              <a:rPr sz="2800" spc="-10" dirty="0">
                <a:latin typeface="Arial MT"/>
                <a:cs typeface="Arial MT"/>
              </a:rPr>
              <a:t>Architectures</a:t>
            </a:r>
            <a:endParaRPr sz="2800" dirty="0">
              <a:latin typeface="Arial MT"/>
              <a:cs typeface="Arial MT"/>
            </a:endParaRPr>
          </a:p>
          <a:p>
            <a:pPr marL="1153795" marR="913765" lvl="1" indent="-227329">
              <a:spcBef>
                <a:spcPts val="590"/>
              </a:spcBef>
              <a:buChar char="•"/>
              <a:tabLst>
                <a:tab pos="1155065" algn="l"/>
              </a:tabLst>
            </a:pPr>
            <a:r>
              <a:rPr lang="en-MY" sz="2400" dirty="0">
                <a:latin typeface="Arial MT"/>
                <a:cs typeface="Arial MT"/>
              </a:rPr>
              <a:t>I</a:t>
            </a:r>
            <a:r>
              <a:rPr sz="2400" dirty="0" err="1">
                <a:latin typeface="Arial MT"/>
                <a:cs typeface="Arial MT"/>
              </a:rPr>
              <a:t>ntroduces</a:t>
            </a:r>
            <a:r>
              <a:rPr sz="2400" spc="-80" dirty="0">
                <a:latin typeface="Arial MT"/>
                <a:cs typeface="Arial MT"/>
              </a:rPr>
              <a:t> </a:t>
            </a:r>
            <a:r>
              <a:rPr sz="2400" dirty="0">
                <a:latin typeface="Arial MT"/>
                <a:cs typeface="Arial MT"/>
              </a:rPr>
              <a:t>the</a:t>
            </a:r>
            <a:r>
              <a:rPr sz="2400" spc="-75" dirty="0">
                <a:latin typeface="Arial MT"/>
                <a:cs typeface="Arial MT"/>
              </a:rPr>
              <a:t> </a:t>
            </a:r>
            <a:r>
              <a:rPr sz="2400" dirty="0">
                <a:latin typeface="Arial MT"/>
                <a:cs typeface="Arial MT"/>
              </a:rPr>
              <a:t>ability</a:t>
            </a:r>
            <a:r>
              <a:rPr sz="2400" spc="-30" dirty="0">
                <a:latin typeface="Arial MT"/>
                <a:cs typeface="Arial MT"/>
              </a:rPr>
              <a:t> </a:t>
            </a:r>
            <a:r>
              <a:rPr sz="2400" dirty="0">
                <a:latin typeface="Arial MT"/>
                <a:cs typeface="Arial MT"/>
              </a:rPr>
              <a:t>for</a:t>
            </a:r>
            <a:r>
              <a:rPr sz="2400" spc="-80" dirty="0">
                <a:latin typeface="Arial MT"/>
                <a:cs typeface="Arial MT"/>
              </a:rPr>
              <a:t> </a:t>
            </a:r>
            <a:r>
              <a:rPr sz="2400" dirty="0">
                <a:latin typeface="Arial MT"/>
                <a:cs typeface="Arial MT"/>
              </a:rPr>
              <a:t>agents</a:t>
            </a:r>
            <a:r>
              <a:rPr sz="2400" spc="-15" dirty="0">
                <a:latin typeface="Arial MT"/>
                <a:cs typeface="Arial MT"/>
              </a:rPr>
              <a:t> </a:t>
            </a:r>
            <a:r>
              <a:rPr sz="2400" dirty="0">
                <a:latin typeface="Arial MT"/>
                <a:cs typeface="Arial MT"/>
              </a:rPr>
              <a:t>to</a:t>
            </a:r>
            <a:r>
              <a:rPr sz="2400" spc="-70" dirty="0">
                <a:latin typeface="Arial MT"/>
                <a:cs typeface="Arial MT"/>
              </a:rPr>
              <a:t> </a:t>
            </a:r>
            <a:r>
              <a:rPr sz="2400" spc="-10" dirty="0">
                <a:latin typeface="Arial MT"/>
                <a:cs typeface="Arial MT"/>
              </a:rPr>
              <a:t>migrate 	</a:t>
            </a:r>
            <a:r>
              <a:rPr sz="2400" dirty="0">
                <a:latin typeface="Arial MT"/>
                <a:cs typeface="Arial MT"/>
              </a:rPr>
              <a:t>themselves</a:t>
            </a:r>
            <a:r>
              <a:rPr sz="2400" spc="-135" dirty="0">
                <a:latin typeface="Arial MT"/>
                <a:cs typeface="Arial MT"/>
              </a:rPr>
              <a:t> </a:t>
            </a:r>
            <a:r>
              <a:rPr sz="2400" dirty="0">
                <a:latin typeface="Arial MT"/>
                <a:cs typeface="Arial MT"/>
              </a:rPr>
              <a:t>between</a:t>
            </a:r>
            <a:r>
              <a:rPr sz="2400" spc="-110" dirty="0">
                <a:latin typeface="Arial MT"/>
                <a:cs typeface="Arial MT"/>
              </a:rPr>
              <a:t> </a:t>
            </a:r>
            <a:r>
              <a:rPr sz="2400" spc="-10" dirty="0">
                <a:latin typeface="Arial MT"/>
                <a:cs typeface="Arial MT"/>
              </a:rPr>
              <a:t>hosts</a:t>
            </a:r>
            <a:endParaRPr sz="2400" dirty="0">
              <a:latin typeface="Arial MT"/>
              <a:cs typeface="Arial MT"/>
            </a:endParaRPr>
          </a:p>
        </p:txBody>
      </p:sp>
      <p:pic>
        <p:nvPicPr>
          <p:cNvPr id="4" name="object 4"/>
          <p:cNvPicPr/>
          <p:nvPr/>
        </p:nvPicPr>
        <p:blipFill>
          <a:blip r:embed="rId7" cstate="print"/>
          <a:stretch>
            <a:fillRect/>
          </a:stretch>
        </p:blipFill>
        <p:spPr>
          <a:xfrm>
            <a:off x="3352801" y="3962400"/>
            <a:ext cx="5058127" cy="228547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49A328EC-3F7B-B102-48E2-9C7AD25666F4}"/>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C4FEC6FB-C95A-CF62-4A41-89D1502C8C31}"/>
              </a:ext>
            </a:extLst>
          </p:cNvPr>
          <p:cNvSpPr>
            <a:spLocks noGrp="1"/>
          </p:cNvSpPr>
          <p:nvPr>
            <p:ph idx="1"/>
          </p:nvPr>
        </p:nvSpPr>
        <p:spPr/>
        <p:txBody>
          <a:bodyPr>
            <a:normAutofit/>
          </a:bodyPr>
          <a:lstStyle/>
          <a:p>
            <a:pPr algn="l"/>
            <a:r>
              <a:rPr lang="en-MY" sz="2400" b="1" i="1" dirty="0">
                <a:latin typeface="Arial" panose="020B0604020202020204" pitchFamily="34" charset="0"/>
                <a:cs typeface="Arial" panose="020B0604020202020204" pitchFamily="34" charset="0"/>
              </a:rPr>
              <a:t>Chapter 2, </a:t>
            </a:r>
            <a:r>
              <a:rPr lang="en-MY" sz="2400" b="1" i="0" u="none" strike="noStrike" baseline="0" dirty="0">
                <a:latin typeface="Arial" panose="020B0604020202020204" pitchFamily="34" charset="0"/>
                <a:cs typeface="Arial" panose="020B0604020202020204" pitchFamily="34" charset="0"/>
              </a:rPr>
              <a:t>Artificial Intelligence A Modern Approach, Fourth Edition, Global Edition</a:t>
            </a:r>
            <a:endParaRPr lang="en-MY"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9086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1725</TotalTime>
  <Words>1704</Words>
  <Application>Microsoft Office PowerPoint</Application>
  <PresentationFormat>Widescreen</PresentationFormat>
  <Paragraphs>227</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Arial MT</vt:lpstr>
      <vt:lpstr>Calibri</vt:lpstr>
      <vt:lpstr>Calibri Light</vt:lpstr>
      <vt:lpstr>Times New Roman</vt:lpstr>
      <vt:lpstr>Wingdings</vt:lpstr>
      <vt:lpstr>Office Theme</vt:lpstr>
      <vt:lpstr>CS860: Artificial Intelligence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Soyiba</dc:creator>
  <cp:lastModifiedBy>Dr Soyiba</cp:lastModifiedBy>
  <cp:revision>38</cp:revision>
  <dcterms:created xsi:type="dcterms:W3CDTF">2024-02-19T04:51:54Z</dcterms:created>
  <dcterms:modified xsi:type="dcterms:W3CDTF">2025-02-11T07:10:12Z</dcterms:modified>
</cp:coreProperties>
</file>